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23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3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3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2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6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2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6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8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39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1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E9064-DE84-4FD8-AD32-2854ABEA029E}" type="datetimeFigureOut">
              <a:rPr lang="en-US" smtClean="0"/>
              <a:t>9/10/2022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0DA89-CC48-49EC-A73A-EDBB2CD9B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77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121919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Prototype Model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2057400"/>
            <a:ext cx="7467600" cy="43434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prototype model requires that before carrying out the development of actual software, a working prototype of the system should be built. A prototype is a toy implementation of the system. A prototype usually turns out to be a very crude version of the actual system, possible exhibiting limited functional capabilities, low reliability, and inefficient performance as compared to actual software. In many instances, the client only has a general view of what is expected from the software product. In such a scenario where there is an absence of detailed information regarding the input to the system, the processing needs, and the output requirement, the prototyping model may be employed.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826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1"/>
            <a:ext cx="77724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Prototype Model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 descr="Prototype Model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71500"/>
            <a:ext cx="71628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60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1"/>
            <a:ext cx="77724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Prototype Model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2057400"/>
            <a:ext cx="7467600" cy="4343400"/>
          </a:xfrm>
        </p:spPr>
        <p:txBody>
          <a:bodyPr>
            <a:normAutofit/>
          </a:bodyPr>
          <a:lstStyle/>
          <a:p>
            <a:pPr algn="l"/>
            <a:r>
              <a:rPr lang="en-US" u="sng" dirty="0">
                <a:solidFill>
                  <a:schemeClr val="tx1"/>
                </a:solidFill>
              </a:rPr>
              <a:t>Steps of Prototype </a:t>
            </a:r>
            <a:r>
              <a:rPr lang="en-US" u="sng" dirty="0" smtClean="0">
                <a:solidFill>
                  <a:schemeClr val="tx1"/>
                </a:solidFill>
              </a:rPr>
              <a:t>Model:</a:t>
            </a:r>
            <a:endParaRPr lang="en-US" u="sng" dirty="0">
              <a:solidFill>
                <a:schemeClr val="tx1"/>
              </a:solidFill>
            </a:endParaRP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Requirement </a:t>
            </a:r>
            <a:r>
              <a:rPr lang="en-US" dirty="0">
                <a:solidFill>
                  <a:schemeClr val="tx1"/>
                </a:solidFill>
              </a:rPr>
              <a:t>Gathering and </a:t>
            </a:r>
            <a:r>
              <a:rPr lang="en-US" dirty="0" smtClean="0">
                <a:solidFill>
                  <a:schemeClr val="tx1"/>
                </a:solidFill>
              </a:rPr>
              <a:t>Analyst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Quick Decision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Build </a:t>
            </a: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dirty="0" smtClean="0">
                <a:solidFill>
                  <a:schemeClr val="tx1"/>
                </a:solidFill>
              </a:rPr>
              <a:t>Prototype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Assessment </a:t>
            </a:r>
            <a:r>
              <a:rPr lang="en-US" dirty="0">
                <a:solidFill>
                  <a:schemeClr val="tx1"/>
                </a:solidFill>
              </a:rPr>
              <a:t>or User </a:t>
            </a:r>
            <a:r>
              <a:rPr lang="en-US" dirty="0" smtClean="0">
                <a:solidFill>
                  <a:schemeClr val="tx1"/>
                </a:solidFill>
              </a:rPr>
              <a:t>Evaluation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Prototype Refinement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Engineer </a:t>
            </a:r>
            <a:r>
              <a:rPr lang="en-US" dirty="0">
                <a:solidFill>
                  <a:schemeClr val="tx1"/>
                </a:solidFill>
              </a:rPr>
              <a:t>Product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05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1"/>
            <a:ext cx="77724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Prototype Model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676400"/>
            <a:ext cx="8001000" cy="47244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u="sng" dirty="0">
                <a:solidFill>
                  <a:schemeClr val="tx1"/>
                </a:solidFill>
              </a:rPr>
              <a:t>Advantage of Prototype </a:t>
            </a:r>
            <a:r>
              <a:rPr lang="en-US" b="1" u="sng" dirty="0" smtClean="0">
                <a:solidFill>
                  <a:schemeClr val="tx1"/>
                </a:solidFill>
              </a:rPr>
              <a:t>Model: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Reduce </a:t>
            </a:r>
            <a:r>
              <a:rPr lang="en-US" dirty="0">
                <a:solidFill>
                  <a:schemeClr val="tx1"/>
                </a:solidFill>
              </a:rPr>
              <a:t>the risk of incorrect user </a:t>
            </a:r>
            <a:r>
              <a:rPr lang="en-US" dirty="0" smtClean="0">
                <a:solidFill>
                  <a:schemeClr val="tx1"/>
                </a:solidFill>
              </a:rPr>
              <a:t>requirement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Good </a:t>
            </a:r>
            <a:r>
              <a:rPr lang="en-US" dirty="0">
                <a:solidFill>
                  <a:schemeClr val="tx1"/>
                </a:solidFill>
              </a:rPr>
              <a:t>where requirement are </a:t>
            </a:r>
            <a:r>
              <a:rPr lang="en-US" dirty="0" smtClean="0">
                <a:solidFill>
                  <a:schemeClr val="tx1"/>
                </a:solidFill>
              </a:rPr>
              <a:t>changing/uncommitted 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Regular </a:t>
            </a:r>
            <a:r>
              <a:rPr lang="en-US" dirty="0">
                <a:solidFill>
                  <a:schemeClr val="tx1"/>
                </a:solidFill>
              </a:rPr>
              <a:t>visible process aids </a:t>
            </a:r>
            <a:r>
              <a:rPr lang="en-US" dirty="0" smtClean="0">
                <a:solidFill>
                  <a:schemeClr val="tx1"/>
                </a:solidFill>
              </a:rPr>
              <a:t>management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Support </a:t>
            </a:r>
            <a:r>
              <a:rPr lang="en-US" dirty="0">
                <a:solidFill>
                  <a:schemeClr val="tx1"/>
                </a:solidFill>
              </a:rPr>
              <a:t>early product </a:t>
            </a:r>
            <a:r>
              <a:rPr lang="en-US" dirty="0" smtClean="0">
                <a:solidFill>
                  <a:schemeClr val="tx1"/>
                </a:solidFill>
              </a:rPr>
              <a:t>marketing 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Reduce </a:t>
            </a:r>
            <a:r>
              <a:rPr lang="en-US" dirty="0">
                <a:solidFill>
                  <a:schemeClr val="tx1"/>
                </a:solidFill>
              </a:rPr>
              <a:t>Maintenance cost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514350" lvl="0" indent="-514350" algn="l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Errors </a:t>
            </a:r>
            <a:r>
              <a:rPr lang="en-US" dirty="0">
                <a:solidFill>
                  <a:schemeClr val="tx1"/>
                </a:solidFill>
              </a:rPr>
              <a:t>can be detected much earlier as the system is made side by side.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637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1"/>
            <a:ext cx="77724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Prototype Model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676400"/>
            <a:ext cx="8001000" cy="4724400"/>
          </a:xfrm>
        </p:spPr>
        <p:txBody>
          <a:bodyPr>
            <a:normAutofit/>
          </a:bodyPr>
          <a:lstStyle/>
          <a:p>
            <a:pPr algn="l"/>
            <a:r>
              <a:rPr lang="en-US" u="sng" dirty="0">
                <a:solidFill>
                  <a:schemeClr val="tx1"/>
                </a:solidFill>
              </a:rPr>
              <a:t>Disadvantage of Prototype </a:t>
            </a:r>
            <a:r>
              <a:rPr lang="en-US" u="sng" dirty="0" smtClean="0">
                <a:solidFill>
                  <a:schemeClr val="tx1"/>
                </a:solidFill>
              </a:rPr>
              <a:t>Model:</a:t>
            </a:r>
            <a:endParaRPr lang="en-US" sz="2000" u="sng" dirty="0">
              <a:solidFill>
                <a:schemeClr val="tx1"/>
              </a:solidFill>
            </a:endParaRPr>
          </a:p>
          <a:p>
            <a:pPr lvl="0" algn="l"/>
            <a:r>
              <a:rPr lang="en-US" dirty="0" smtClean="0">
                <a:solidFill>
                  <a:schemeClr val="tx1"/>
                </a:solidFill>
              </a:rPr>
              <a:t>1. An </a:t>
            </a:r>
            <a:r>
              <a:rPr lang="en-US" dirty="0">
                <a:solidFill>
                  <a:schemeClr val="tx1"/>
                </a:solidFill>
              </a:rPr>
              <a:t>unstable/badly implemented prototype often becomes the final product.</a:t>
            </a:r>
            <a:endParaRPr lang="en-US" sz="2800" dirty="0">
              <a:solidFill>
                <a:schemeClr val="tx1"/>
              </a:solidFill>
            </a:endParaRPr>
          </a:p>
          <a:p>
            <a:pPr lvl="0" algn="l"/>
            <a:r>
              <a:rPr lang="en-US" dirty="0" smtClean="0">
                <a:solidFill>
                  <a:schemeClr val="tx1"/>
                </a:solidFill>
              </a:rPr>
              <a:t>2. Require </a:t>
            </a:r>
            <a:r>
              <a:rPr lang="en-US" dirty="0">
                <a:solidFill>
                  <a:schemeClr val="tx1"/>
                </a:solidFill>
              </a:rPr>
              <a:t>extensive customer collaboration</a:t>
            </a:r>
            <a:endParaRPr lang="en-US" sz="2800" dirty="0">
              <a:solidFill>
                <a:schemeClr val="tx1"/>
              </a:solidFill>
            </a:endParaRP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Costs customer money</a:t>
            </a:r>
            <a:endParaRPr lang="en-US" sz="2400" dirty="0">
              <a:solidFill>
                <a:schemeClr val="tx1"/>
              </a:solidFill>
            </a:endParaRP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Needs committed customer</a:t>
            </a:r>
            <a:endParaRPr lang="en-US" sz="2400" dirty="0">
              <a:solidFill>
                <a:schemeClr val="tx1"/>
              </a:solidFill>
            </a:endParaRP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Difficult to finish if customer withdraw</a:t>
            </a:r>
            <a:endParaRPr lang="en-US" sz="2400" dirty="0">
              <a:solidFill>
                <a:schemeClr val="tx1"/>
              </a:solidFill>
            </a:endParaRPr>
          </a:p>
          <a:p>
            <a:pPr marL="914400" lvl="1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May be too customer specific, no broad market</a:t>
            </a:r>
            <a:endParaRPr lang="en-US" sz="2400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143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1"/>
            <a:ext cx="77724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Prototype Model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676400"/>
            <a:ext cx="8001000" cy="4724400"/>
          </a:xfrm>
        </p:spPr>
        <p:txBody>
          <a:bodyPr>
            <a:normAutofit fontScale="92500"/>
          </a:bodyPr>
          <a:lstStyle/>
          <a:p>
            <a:pPr algn="just"/>
            <a:r>
              <a:rPr lang="en-US" u="sng" dirty="0">
                <a:solidFill>
                  <a:schemeClr val="tx1"/>
                </a:solidFill>
              </a:rPr>
              <a:t>Disadvantage of Prototype </a:t>
            </a:r>
            <a:r>
              <a:rPr lang="en-US" u="sng" dirty="0" smtClean="0">
                <a:solidFill>
                  <a:schemeClr val="tx1"/>
                </a:solidFill>
              </a:rPr>
              <a:t>Model:</a:t>
            </a:r>
            <a:endParaRPr lang="en-US" sz="2000" u="sng" dirty="0">
              <a:solidFill>
                <a:schemeClr val="tx1"/>
              </a:solidFill>
            </a:endParaRPr>
          </a:p>
          <a:p>
            <a:pPr lvl="0" algn="just"/>
            <a:r>
              <a:rPr lang="en-US" dirty="0" smtClean="0">
                <a:solidFill>
                  <a:schemeClr val="tx1"/>
                </a:solidFill>
              </a:rPr>
              <a:t>3. Difficult </a:t>
            </a:r>
            <a:r>
              <a:rPr lang="en-US" dirty="0">
                <a:solidFill>
                  <a:schemeClr val="tx1"/>
                </a:solidFill>
              </a:rPr>
              <a:t>to know how long the project will </a:t>
            </a:r>
            <a:r>
              <a:rPr lang="en-US" dirty="0" smtClean="0">
                <a:solidFill>
                  <a:schemeClr val="tx1"/>
                </a:solidFill>
              </a:rPr>
              <a:t>last.</a:t>
            </a:r>
          </a:p>
          <a:p>
            <a:pPr lvl="0" algn="just"/>
            <a:r>
              <a:rPr lang="en-US" dirty="0" smtClean="0">
                <a:solidFill>
                  <a:schemeClr val="tx1"/>
                </a:solidFill>
              </a:rPr>
              <a:t>4. Easy </a:t>
            </a:r>
            <a:r>
              <a:rPr lang="en-US" dirty="0">
                <a:solidFill>
                  <a:schemeClr val="tx1"/>
                </a:solidFill>
              </a:rPr>
              <a:t>to fall back into the code and fix without proper requirement analysis, design, customer evaluation, and </a:t>
            </a:r>
            <a:r>
              <a:rPr lang="en-US" dirty="0" smtClean="0">
                <a:solidFill>
                  <a:schemeClr val="tx1"/>
                </a:solidFill>
              </a:rPr>
              <a:t>feedback.</a:t>
            </a:r>
          </a:p>
          <a:p>
            <a:pPr lvl="0" algn="just"/>
            <a:r>
              <a:rPr lang="en-US" dirty="0" smtClean="0">
                <a:solidFill>
                  <a:schemeClr val="tx1"/>
                </a:solidFill>
              </a:rPr>
              <a:t>5. Prototyping </a:t>
            </a:r>
            <a:r>
              <a:rPr lang="en-US" dirty="0">
                <a:solidFill>
                  <a:schemeClr val="tx1"/>
                </a:solidFill>
              </a:rPr>
              <a:t>tools are expensive.</a:t>
            </a:r>
          </a:p>
          <a:p>
            <a:pPr lvl="0" algn="just"/>
            <a:r>
              <a:rPr lang="en-US" dirty="0" smtClean="0">
                <a:solidFill>
                  <a:schemeClr val="tx1"/>
                </a:solidFill>
              </a:rPr>
              <a:t>6. Special </a:t>
            </a:r>
            <a:r>
              <a:rPr lang="en-US" dirty="0">
                <a:solidFill>
                  <a:schemeClr val="tx1"/>
                </a:solidFill>
              </a:rPr>
              <a:t>tools &amp; techniques are required to build a prototype.</a:t>
            </a:r>
          </a:p>
          <a:p>
            <a:pPr lvl="0" algn="just"/>
            <a:r>
              <a:rPr lang="en-US" dirty="0" smtClean="0">
                <a:solidFill>
                  <a:schemeClr val="tx1"/>
                </a:solidFill>
              </a:rPr>
              <a:t>7. It </a:t>
            </a:r>
            <a:r>
              <a:rPr lang="en-US" dirty="0">
                <a:solidFill>
                  <a:schemeClr val="tx1"/>
                </a:solidFill>
              </a:rPr>
              <a:t>is a time-consuming process.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558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315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Prototype Model </vt:lpstr>
      <vt:lpstr>Prototype Model </vt:lpstr>
      <vt:lpstr>Prototype Model </vt:lpstr>
      <vt:lpstr>Prototype Model </vt:lpstr>
      <vt:lpstr>Prototype Model </vt:lpstr>
      <vt:lpstr>Prototype Model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Prototype Model </dc:title>
  <dc:creator>tara</dc:creator>
  <cp:lastModifiedBy>tara</cp:lastModifiedBy>
  <cp:revision>1</cp:revision>
  <dcterms:created xsi:type="dcterms:W3CDTF">2022-09-10T05:06:37Z</dcterms:created>
  <dcterms:modified xsi:type="dcterms:W3CDTF">2022-09-10T05:13:36Z</dcterms:modified>
</cp:coreProperties>
</file>