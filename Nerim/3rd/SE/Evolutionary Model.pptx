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94882B-ADBC-436D-81D8-06A5EDAE80F4}" type="datetimeFigureOut">
              <a:rPr lang="en-US" smtClean="0"/>
              <a:t>9/10/2022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282726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94882B-ADBC-436D-81D8-06A5EDAE80F4}" type="datetimeFigureOut">
              <a:rPr lang="en-US" smtClean="0"/>
              <a:t>9/10/2022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178165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94882B-ADBC-436D-81D8-06A5EDAE80F4}" type="datetimeFigureOut">
              <a:rPr lang="en-US" smtClean="0"/>
              <a:t>9/10/2022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2214109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94882B-ADBC-436D-81D8-06A5EDAE80F4}" type="datetimeFigureOut">
              <a:rPr lang="en-US" smtClean="0"/>
              <a:t>9/10/2022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514741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94882B-ADBC-436D-81D8-06A5EDAE80F4}" type="datetimeFigureOut">
              <a:rPr lang="en-US" smtClean="0"/>
              <a:t>9/10/2022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455407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94882B-ADBC-436D-81D8-06A5EDAE80F4}" type="datetimeFigureOut">
              <a:rPr lang="en-US" smtClean="0"/>
              <a:t>9/10/2022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832703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94882B-ADBC-436D-81D8-06A5EDAE80F4}" type="datetimeFigureOut">
              <a:rPr lang="en-US" smtClean="0"/>
              <a:t>9/10/2022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00227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94882B-ADBC-436D-81D8-06A5EDAE80F4}" type="datetimeFigureOut">
              <a:rPr lang="en-US" smtClean="0"/>
              <a:t>9/10/2022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1689742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94882B-ADBC-436D-81D8-06A5EDAE80F4}" type="datetimeFigureOut">
              <a:rPr lang="en-US" smtClean="0"/>
              <a:t>9/10/2022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009641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94882B-ADBC-436D-81D8-06A5EDAE80F4}" type="datetimeFigureOut">
              <a:rPr lang="en-US" smtClean="0"/>
              <a:t>9/10/2022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355521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94882B-ADBC-436D-81D8-06A5EDAE80F4}" type="datetimeFigureOut">
              <a:rPr lang="en-US" smtClean="0"/>
              <a:t>9/10/2022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B8A26B-535F-47F2-8B6C-66E27542446C}" type="slidenum">
              <a:rPr lang="en-US" smtClean="0"/>
              <a:t>‹#›</a:t>
            </a:fld>
            <a:endParaRPr lang="en-US"/>
          </a:p>
        </p:txBody>
      </p:sp>
    </p:spTree>
    <p:extLst>
      <p:ext uri="{BB962C8B-B14F-4D97-AF65-F5344CB8AC3E}">
        <p14:creationId xmlns:p14="http://schemas.microsoft.com/office/powerpoint/2010/main" val="2270104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94882B-ADBC-436D-81D8-06A5EDAE80F4}" type="datetimeFigureOut">
              <a:rPr lang="en-US" smtClean="0"/>
              <a:t>9/10/2022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B8A26B-535F-47F2-8B6C-66E27542446C}" type="slidenum">
              <a:rPr lang="en-US" smtClean="0"/>
              <a:t>‹#›</a:t>
            </a:fld>
            <a:endParaRPr lang="en-US"/>
          </a:p>
        </p:txBody>
      </p:sp>
    </p:spTree>
    <p:extLst>
      <p:ext uri="{BB962C8B-B14F-4D97-AF65-F5344CB8AC3E}">
        <p14:creationId xmlns:p14="http://schemas.microsoft.com/office/powerpoint/2010/main" val="3089463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eeksforgeeks.org/software-engineering-incremental-process-model/" TargetMode="External"/><Relationship Id="rId2" Type="http://schemas.openxmlformats.org/officeDocument/2006/relationships/hyperlink" Target="https://www.geeksforgeeks.org/software-engineering-iterative-waterfall-mode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295400"/>
          </a:xfrm>
        </p:spPr>
        <p:txBody>
          <a:bodyPr>
            <a:normAutofit fontScale="90000"/>
          </a:bodyPr>
          <a:lstStyle/>
          <a:p>
            <a:r>
              <a:rPr lang="en-US" b="1" dirty="0"/>
              <a:t>Evolutionary Model</a:t>
            </a:r>
            <a:br>
              <a:rPr lang="en-US" b="1" dirty="0"/>
            </a:br>
            <a:endParaRPr lang="en-US" dirty="0"/>
          </a:p>
        </p:txBody>
      </p:sp>
      <p:sp>
        <p:nvSpPr>
          <p:cNvPr id="3" name="Subtitle 2"/>
          <p:cNvSpPr>
            <a:spLocks noGrp="1"/>
          </p:cNvSpPr>
          <p:nvPr>
            <p:ph type="subTitle" idx="1"/>
          </p:nvPr>
        </p:nvSpPr>
        <p:spPr>
          <a:xfrm>
            <a:off x="762000" y="1295400"/>
            <a:ext cx="7772400" cy="4953000"/>
          </a:xfrm>
        </p:spPr>
        <p:txBody>
          <a:bodyPr>
            <a:normAutofit fontScale="85000" lnSpcReduction="10000"/>
          </a:bodyPr>
          <a:lstStyle/>
          <a:p>
            <a:pPr algn="just"/>
            <a:r>
              <a:rPr lang="en-US" b="1" dirty="0">
                <a:solidFill>
                  <a:schemeClr val="tx1"/>
                </a:solidFill>
              </a:rPr>
              <a:t>Evolutionary model</a:t>
            </a:r>
            <a:r>
              <a:rPr lang="en-US" dirty="0">
                <a:solidFill>
                  <a:schemeClr val="tx1"/>
                </a:solidFill>
              </a:rPr>
              <a:t> is a combination of </a:t>
            </a:r>
            <a:r>
              <a:rPr lang="en-US" u="sng" dirty="0">
                <a:solidFill>
                  <a:schemeClr val="tx1"/>
                </a:solidFill>
                <a:hlinkClick r:id="rId2"/>
              </a:rPr>
              <a:t>Iterative </a:t>
            </a:r>
            <a:r>
              <a:rPr lang="en-US" dirty="0">
                <a:solidFill>
                  <a:schemeClr val="tx1"/>
                </a:solidFill>
              </a:rPr>
              <a:t>and </a:t>
            </a:r>
            <a:r>
              <a:rPr lang="en-US" u="sng" dirty="0">
                <a:solidFill>
                  <a:schemeClr val="tx1"/>
                </a:solidFill>
                <a:hlinkClick r:id="rId3"/>
              </a:rPr>
              <a:t>Incremental model</a:t>
            </a:r>
            <a:r>
              <a:rPr lang="en-US" dirty="0">
                <a:solidFill>
                  <a:schemeClr val="tx1"/>
                </a:solidFill>
              </a:rPr>
              <a:t> of software development life cycle. Delivering your system in a big bang release, delivering it in incremental process over time is the action done in this model. Some initial requirements and architecture envisioning need to be done. It is better for software products that have their feature sets redefined during development because of user feedback and other factors. The Evolutionary development model divides the development cycle into smaller, incremental waterfall models in which users are able to get access to the product at the end of each cycle. </a:t>
            </a:r>
          </a:p>
        </p:txBody>
      </p:sp>
    </p:spTree>
    <p:extLst>
      <p:ext uri="{BB962C8B-B14F-4D97-AF65-F5344CB8AC3E}">
        <p14:creationId xmlns:p14="http://schemas.microsoft.com/office/powerpoint/2010/main" val="2179631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295400"/>
          </a:xfrm>
        </p:spPr>
        <p:txBody>
          <a:bodyPr>
            <a:normAutofit fontScale="90000"/>
          </a:bodyPr>
          <a:lstStyle/>
          <a:p>
            <a:r>
              <a:rPr lang="en-US" b="1" dirty="0"/>
              <a:t>Evolutionary Model</a:t>
            </a:r>
            <a:br>
              <a:rPr lang="en-US" b="1" dirty="0"/>
            </a:br>
            <a:endParaRPr lang="en-US" dirty="0"/>
          </a:p>
        </p:txBody>
      </p:sp>
      <p:sp>
        <p:nvSpPr>
          <p:cNvPr id="3" name="Subtitle 2"/>
          <p:cNvSpPr>
            <a:spLocks noGrp="1"/>
          </p:cNvSpPr>
          <p:nvPr>
            <p:ph type="subTitle" idx="1"/>
          </p:nvPr>
        </p:nvSpPr>
        <p:spPr>
          <a:xfrm>
            <a:off x="762000" y="1295400"/>
            <a:ext cx="7772400" cy="4953000"/>
          </a:xfrm>
        </p:spPr>
        <p:txBody>
          <a:bodyPr>
            <a:normAutofit lnSpcReduction="10000"/>
          </a:bodyPr>
          <a:lstStyle/>
          <a:p>
            <a:pPr algn="just"/>
            <a:r>
              <a:rPr lang="en-US" dirty="0" smtClean="0">
                <a:solidFill>
                  <a:schemeClr val="tx1"/>
                </a:solidFill>
              </a:rPr>
              <a:t>Feedback </a:t>
            </a:r>
            <a:r>
              <a:rPr lang="en-US" dirty="0">
                <a:solidFill>
                  <a:schemeClr val="tx1"/>
                </a:solidFill>
              </a:rPr>
              <a:t>is provided by the users on the product for the planning stage of the next cycle and the development team responds, often by changing the product, plan or process. Therefore, the software product evolves with time. All the models have the disadvantage that the duration of time from start of the project to the delivery time of a solution is very high. Evolutionary model solves this problem in a different approach. </a:t>
            </a:r>
          </a:p>
        </p:txBody>
      </p:sp>
    </p:spTree>
    <p:extLst>
      <p:ext uri="{BB962C8B-B14F-4D97-AF65-F5344CB8AC3E}">
        <p14:creationId xmlns:p14="http://schemas.microsoft.com/office/powerpoint/2010/main" val="396325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295400"/>
          </a:xfrm>
        </p:spPr>
        <p:txBody>
          <a:bodyPr>
            <a:normAutofit fontScale="90000"/>
          </a:bodyPr>
          <a:lstStyle/>
          <a:p>
            <a:r>
              <a:rPr lang="en-US" b="1" dirty="0"/>
              <a:t>Evolutionary Model</a:t>
            </a:r>
            <a:br>
              <a:rPr lang="en-US" b="1" dirty="0"/>
            </a:br>
            <a:endParaRPr lang="en-US" dirty="0"/>
          </a:p>
        </p:txBody>
      </p:sp>
      <p:sp>
        <p:nvSpPr>
          <p:cNvPr id="3" name="Subtitle 2"/>
          <p:cNvSpPr>
            <a:spLocks noGrp="1"/>
          </p:cNvSpPr>
          <p:nvPr>
            <p:ph type="subTitle" idx="1"/>
          </p:nvPr>
        </p:nvSpPr>
        <p:spPr>
          <a:xfrm>
            <a:off x="762000" y="1295400"/>
            <a:ext cx="7772400" cy="4953000"/>
          </a:xfrm>
        </p:spPr>
        <p:txBody>
          <a:bodyPr>
            <a:normAutofit fontScale="92500" lnSpcReduction="20000"/>
          </a:bodyPr>
          <a:lstStyle/>
          <a:p>
            <a:pPr algn="just" fontAlgn="base"/>
            <a:r>
              <a:rPr lang="en-US" b="1" u="sng" dirty="0">
                <a:solidFill>
                  <a:schemeClr val="tx1"/>
                </a:solidFill>
              </a:rPr>
              <a:t>Necessary conditions for implementing this model:-</a:t>
            </a:r>
            <a:endParaRPr lang="en-US" u="sng" dirty="0">
              <a:solidFill>
                <a:schemeClr val="tx1"/>
              </a:solidFill>
            </a:endParaRPr>
          </a:p>
          <a:p>
            <a:pPr algn="just" fontAlgn="base"/>
            <a:r>
              <a:rPr lang="en-US" dirty="0">
                <a:solidFill>
                  <a:schemeClr val="tx1"/>
                </a:solidFill>
              </a:rPr>
              <a:t>Customer needs are clear and been explained in deep to the developer team.</a:t>
            </a:r>
          </a:p>
          <a:p>
            <a:pPr algn="just" fontAlgn="base"/>
            <a:r>
              <a:rPr lang="en-US" dirty="0">
                <a:solidFill>
                  <a:schemeClr val="tx1"/>
                </a:solidFill>
              </a:rPr>
              <a:t>There might be small changes required in separate parts but not a major change.</a:t>
            </a:r>
          </a:p>
          <a:p>
            <a:pPr algn="just" fontAlgn="base"/>
            <a:r>
              <a:rPr lang="en-US" dirty="0">
                <a:solidFill>
                  <a:schemeClr val="tx1"/>
                </a:solidFill>
              </a:rPr>
              <a:t>As it requires time, so there must be some time left for the market constraints.</a:t>
            </a:r>
          </a:p>
          <a:p>
            <a:pPr algn="just" fontAlgn="base"/>
            <a:r>
              <a:rPr lang="en-US" dirty="0">
                <a:solidFill>
                  <a:schemeClr val="tx1"/>
                </a:solidFill>
              </a:rPr>
              <a:t>Risk is high and continuous targets to achieve and report to customer repeatedly.</a:t>
            </a:r>
          </a:p>
          <a:p>
            <a:pPr algn="just" fontAlgn="base"/>
            <a:r>
              <a:rPr lang="en-US" dirty="0">
                <a:solidFill>
                  <a:schemeClr val="tx1"/>
                </a:solidFill>
              </a:rPr>
              <a:t>It is used when working on a technology is new and requires time to learn.</a:t>
            </a:r>
          </a:p>
        </p:txBody>
      </p:sp>
    </p:spTree>
    <p:extLst>
      <p:ext uri="{BB962C8B-B14F-4D97-AF65-F5344CB8AC3E}">
        <p14:creationId xmlns:p14="http://schemas.microsoft.com/office/powerpoint/2010/main" val="3267537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7772400" cy="1295400"/>
          </a:xfrm>
        </p:spPr>
        <p:txBody>
          <a:bodyPr>
            <a:normAutofit fontScale="90000"/>
          </a:bodyPr>
          <a:lstStyle/>
          <a:p>
            <a:r>
              <a:rPr lang="en-US" b="1" dirty="0"/>
              <a:t>Evolutionary Model</a:t>
            </a:r>
            <a:br>
              <a:rPr lang="en-US" b="1" dirty="0"/>
            </a:br>
            <a:endParaRPr lang="en-US" dirty="0"/>
          </a:p>
        </p:txBody>
      </p:sp>
      <p:sp>
        <p:nvSpPr>
          <p:cNvPr id="3" name="Subtitle 2"/>
          <p:cNvSpPr>
            <a:spLocks noGrp="1"/>
          </p:cNvSpPr>
          <p:nvPr>
            <p:ph type="subTitle" idx="1"/>
          </p:nvPr>
        </p:nvSpPr>
        <p:spPr>
          <a:xfrm>
            <a:off x="762000" y="1295400"/>
            <a:ext cx="7772400" cy="5105400"/>
          </a:xfrm>
        </p:spPr>
        <p:txBody>
          <a:bodyPr>
            <a:normAutofit/>
          </a:bodyPr>
          <a:lstStyle/>
          <a:p>
            <a:pPr algn="l" fontAlgn="base"/>
            <a:r>
              <a:rPr lang="en-US" b="1" u="sng" dirty="0" smtClean="0">
                <a:solidFill>
                  <a:schemeClr val="tx1"/>
                </a:solidFill>
              </a:rPr>
              <a:t>Advantages:</a:t>
            </a:r>
          </a:p>
          <a:p>
            <a:pPr algn="l" fontAlgn="base"/>
            <a:endParaRPr lang="en-US" dirty="0">
              <a:solidFill>
                <a:schemeClr val="tx1"/>
              </a:solidFill>
            </a:endParaRPr>
          </a:p>
          <a:p>
            <a:pPr algn="l" fontAlgn="base"/>
            <a:r>
              <a:rPr lang="en-US" dirty="0" smtClean="0">
                <a:solidFill>
                  <a:schemeClr val="tx1"/>
                </a:solidFill>
              </a:rPr>
              <a:t>1. In </a:t>
            </a:r>
            <a:r>
              <a:rPr lang="en-US" dirty="0">
                <a:solidFill>
                  <a:schemeClr val="tx1"/>
                </a:solidFill>
              </a:rPr>
              <a:t>evolutionary model, a user gets a chance to experiment partially developed system.</a:t>
            </a:r>
          </a:p>
          <a:p>
            <a:pPr algn="l" fontAlgn="base"/>
            <a:r>
              <a:rPr lang="en-US" dirty="0" smtClean="0">
                <a:solidFill>
                  <a:schemeClr val="tx1"/>
                </a:solidFill>
              </a:rPr>
              <a:t>2. It </a:t>
            </a:r>
            <a:r>
              <a:rPr lang="en-US" dirty="0">
                <a:solidFill>
                  <a:schemeClr val="tx1"/>
                </a:solidFill>
              </a:rPr>
              <a:t>reduces the error because the core modules get tested thoroughly.</a:t>
            </a:r>
          </a:p>
        </p:txBody>
      </p:sp>
    </p:spTree>
    <p:extLst>
      <p:ext uri="{BB962C8B-B14F-4D97-AF65-F5344CB8AC3E}">
        <p14:creationId xmlns:p14="http://schemas.microsoft.com/office/powerpoint/2010/main" val="2874314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295400"/>
          </a:xfrm>
        </p:spPr>
        <p:txBody>
          <a:bodyPr>
            <a:normAutofit fontScale="90000"/>
          </a:bodyPr>
          <a:lstStyle/>
          <a:p>
            <a:r>
              <a:rPr lang="en-US" b="1" dirty="0"/>
              <a:t>Evolutionary Model</a:t>
            </a:r>
            <a:br>
              <a:rPr lang="en-US" b="1" dirty="0"/>
            </a:br>
            <a:endParaRPr lang="en-US" dirty="0"/>
          </a:p>
        </p:txBody>
      </p:sp>
      <p:sp>
        <p:nvSpPr>
          <p:cNvPr id="3" name="Subtitle 2"/>
          <p:cNvSpPr>
            <a:spLocks noGrp="1"/>
          </p:cNvSpPr>
          <p:nvPr>
            <p:ph type="subTitle" idx="1"/>
          </p:nvPr>
        </p:nvSpPr>
        <p:spPr>
          <a:xfrm>
            <a:off x="762000" y="1600200"/>
            <a:ext cx="7772400" cy="4800600"/>
          </a:xfrm>
        </p:spPr>
        <p:txBody>
          <a:bodyPr>
            <a:normAutofit/>
          </a:bodyPr>
          <a:lstStyle/>
          <a:p>
            <a:pPr algn="l" fontAlgn="base"/>
            <a:r>
              <a:rPr lang="en-US" b="1" u="sng" dirty="0">
                <a:solidFill>
                  <a:schemeClr val="tx1"/>
                </a:solidFill>
              </a:rPr>
              <a:t>Disadvantages</a:t>
            </a:r>
            <a:r>
              <a:rPr lang="en-US" b="1" u="sng" dirty="0" smtClean="0">
                <a:solidFill>
                  <a:schemeClr val="tx1"/>
                </a:solidFill>
              </a:rPr>
              <a:t>:</a:t>
            </a:r>
          </a:p>
          <a:p>
            <a:pPr algn="l" fontAlgn="base"/>
            <a:endParaRPr lang="en-US" u="sng" dirty="0">
              <a:solidFill>
                <a:schemeClr val="tx1"/>
              </a:solidFill>
            </a:endParaRPr>
          </a:p>
          <a:p>
            <a:pPr algn="l" fontAlgn="base"/>
            <a:r>
              <a:rPr lang="en-US" dirty="0" smtClean="0">
                <a:solidFill>
                  <a:schemeClr val="tx1"/>
                </a:solidFill>
              </a:rPr>
              <a:t>Sometimes </a:t>
            </a:r>
            <a:r>
              <a:rPr lang="en-US" dirty="0">
                <a:solidFill>
                  <a:schemeClr val="tx1"/>
                </a:solidFill>
              </a:rPr>
              <a:t>it is hard to divide the problem into several versions that would be acceptable to the customer which can be incrementally implemented and delivered.</a:t>
            </a:r>
          </a:p>
        </p:txBody>
      </p:sp>
    </p:spTree>
    <p:extLst>
      <p:ext uri="{BB962C8B-B14F-4D97-AF65-F5344CB8AC3E}">
        <p14:creationId xmlns:p14="http://schemas.microsoft.com/office/powerpoint/2010/main" val="2053953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235</Words>
  <Application>Microsoft Office PowerPoint</Application>
  <PresentationFormat>On-screen Show (4:3)</PresentationFormat>
  <Paragraphs>20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Evolutionary Model </vt:lpstr>
      <vt:lpstr>Evolutionary Model </vt:lpstr>
      <vt:lpstr>Evolutionary Model </vt:lpstr>
      <vt:lpstr>Evolutionary Model </vt:lpstr>
      <vt:lpstr>Evolutionary Model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Evolutionary Model</dc:title>
  <dc:creator>tara</dc:creator>
  <cp:lastModifiedBy>tara</cp:lastModifiedBy>
  <cp:revision>2</cp:revision>
  <dcterms:created xsi:type="dcterms:W3CDTF">2022-09-10T05:13:57Z</dcterms:created>
  <dcterms:modified xsi:type="dcterms:W3CDTF">2022-09-10T05:32:10Z</dcterms:modified>
</cp:coreProperties>
</file>