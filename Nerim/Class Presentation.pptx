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4" r:id="rId1"/>
  </p:sldMasterIdLst>
  <p:sldIdLst>
    <p:sldId id="256" r:id="rId2"/>
    <p:sldId id="261" r:id="rId3"/>
    <p:sldId id="262" r:id="rId4"/>
    <p:sldId id="268" r:id="rId5"/>
    <p:sldId id="293" r:id="rId6"/>
    <p:sldId id="283" r:id="rId7"/>
    <p:sldId id="286" r:id="rId8"/>
    <p:sldId id="263" r:id="rId9"/>
    <p:sldId id="264" r:id="rId10"/>
    <p:sldId id="269" r:id="rId11"/>
    <p:sldId id="270" r:id="rId12"/>
    <p:sldId id="288" r:id="rId13"/>
    <p:sldId id="289" r:id="rId14"/>
    <p:sldId id="290" r:id="rId15"/>
    <p:sldId id="291" r:id="rId16"/>
    <p:sldId id="292" r:id="rId17"/>
    <p:sldId id="265" r:id="rId18"/>
    <p:sldId id="279" r:id="rId19"/>
    <p:sldId id="280" r:id="rId20"/>
    <p:sldId id="281" r:id="rId21"/>
    <p:sldId id="282" r:id="rId22"/>
    <p:sldId id="266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56" autoAdjust="0"/>
    <p:restoredTop sz="99104" autoAdjust="0"/>
  </p:normalViewPr>
  <p:slideViewPr>
    <p:cSldViewPr snapToGrid="0">
      <p:cViewPr varScale="1">
        <p:scale>
          <a:sx n="85" d="100"/>
          <a:sy n="85" d="100"/>
        </p:scale>
        <p:origin x="547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86E0E-3979-4FE3-8F0C-E104D613B818}" type="datetimeFigureOut">
              <a:rPr lang="en-IN" smtClean="0"/>
              <a:pPr/>
              <a:t>23-03-2023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E01AB-741F-4AFE-8005-42C87612D8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9490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86E0E-3979-4FE3-8F0C-E104D613B818}" type="datetimeFigureOut">
              <a:rPr lang="en-IN" smtClean="0"/>
              <a:pPr/>
              <a:t>23-03-2023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E01AB-741F-4AFE-8005-42C87612D8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98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86E0E-3979-4FE3-8F0C-E104D613B818}" type="datetimeFigureOut">
              <a:rPr lang="en-IN" smtClean="0"/>
              <a:pPr/>
              <a:t>23-03-2023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E01AB-741F-4AFE-8005-42C87612D8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5525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86E0E-3979-4FE3-8F0C-E104D613B818}" type="datetimeFigureOut">
              <a:rPr lang="en-IN" smtClean="0"/>
              <a:pPr/>
              <a:t>23-03-2023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E01AB-741F-4AFE-8005-42C87612D8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614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86E0E-3979-4FE3-8F0C-E104D613B818}" type="datetimeFigureOut">
              <a:rPr lang="en-IN" smtClean="0"/>
              <a:pPr/>
              <a:t>23-03-2023</a:t>
            </a:fld>
            <a:endParaRPr lang="en-IN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E01AB-741F-4AFE-8005-42C87612D8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6069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86E0E-3979-4FE3-8F0C-E104D613B818}" type="datetimeFigureOut">
              <a:rPr lang="en-IN" smtClean="0"/>
              <a:pPr/>
              <a:t>23-03-2023</a:t>
            </a:fld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E01AB-741F-4AFE-8005-42C87612D8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944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86E0E-3979-4FE3-8F0C-E104D613B818}" type="datetimeFigureOut">
              <a:rPr lang="en-IN" smtClean="0"/>
              <a:pPr/>
              <a:t>23-03-2023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E01AB-741F-4AFE-8005-42C87612D8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709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86E0E-3979-4FE3-8F0C-E104D613B818}" type="datetimeFigureOut">
              <a:rPr lang="en-IN" smtClean="0"/>
              <a:pPr/>
              <a:t>23-03-2023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E01AB-741F-4AFE-8005-42C87612D8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0491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86E0E-3979-4FE3-8F0C-E104D613B818}" type="datetimeFigureOut">
              <a:rPr lang="en-IN" smtClean="0"/>
              <a:pPr/>
              <a:t>23-03-2023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E01AB-741F-4AFE-8005-42C87612D8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6366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86E0E-3979-4FE3-8F0C-E104D613B818}" type="datetimeFigureOut">
              <a:rPr lang="en-IN" smtClean="0"/>
              <a:pPr/>
              <a:t>23-03-2023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E01AB-741F-4AFE-8005-42C87612D8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4622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86E0E-3979-4FE3-8F0C-E104D613B818}" type="datetimeFigureOut">
              <a:rPr lang="en-IN" smtClean="0"/>
              <a:pPr/>
              <a:t>23-03-2023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E01AB-741F-4AFE-8005-42C87612D8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8810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CFC86E0E-3979-4FE3-8F0C-E104D613B818}" type="datetimeFigureOut">
              <a:rPr lang="en-IN" smtClean="0"/>
              <a:pPr/>
              <a:t>23-03-2023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  <a:latin typeface="Times New Roman" panose="02020603050405020304" pitchFamily="18" charset="0"/>
              </a:defRPr>
            </a:lvl1pPr>
          </a:lstStyle>
          <a:p>
            <a:fld id="{F5AE01AB-741F-4AFE-8005-42C87612D813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4936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Times New Roman" panose="02020603050405020304" pitchFamily="18" charset="0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0387" y="774091"/>
            <a:ext cx="7605527" cy="2038524"/>
          </a:xfrm>
        </p:spPr>
        <p:txBody>
          <a:bodyPr>
            <a:normAutofit/>
          </a:bodyPr>
          <a:lstStyle/>
          <a:p>
            <a:pPr algn="ctr"/>
            <a:r>
              <a:rPr lang="en-IN" sz="7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16541" y="4150659"/>
            <a:ext cx="10058400" cy="1403137"/>
          </a:xfrm>
        </p:spPr>
        <p:txBody>
          <a:bodyPr>
            <a:normAutofit/>
          </a:bodyPr>
          <a:lstStyle/>
          <a:p>
            <a:r>
              <a:rPr lang="en-IN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Topic :- Basics of PHP</a:t>
            </a:r>
          </a:p>
        </p:txBody>
      </p:sp>
    </p:spTree>
    <p:extLst>
      <p:ext uri="{BB962C8B-B14F-4D97-AF65-F5344CB8AC3E}">
        <p14:creationId xmlns:p14="http://schemas.microsoft.com/office/powerpoint/2010/main" val="3591857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884" y="809824"/>
            <a:ext cx="2947482" cy="4601183"/>
          </a:xfrm>
        </p:spPr>
        <p:txBody>
          <a:bodyPr>
            <a:normAutofit/>
          </a:bodyPr>
          <a:lstStyle/>
          <a:p>
            <a:pPr marL="36900" indent="0"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2374" y="290367"/>
            <a:ext cx="7315200" cy="5590480"/>
          </a:xfrm>
        </p:spPr>
        <p:txBody>
          <a:bodyPr>
            <a:normAutofit/>
          </a:bodyPr>
          <a:lstStyle/>
          <a:p>
            <a:pPr marL="502920" lvl="1" indent="0" algn="just">
              <a:buNone/>
            </a:pP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" lvl="1" algn="just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PHP?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it is used?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 Syntax with an example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 Syntax of declaring a variable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Loops in PHP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statement</a:t>
            </a:r>
          </a:p>
        </p:txBody>
      </p:sp>
    </p:spTree>
    <p:extLst>
      <p:ext uri="{BB962C8B-B14F-4D97-AF65-F5344CB8AC3E}">
        <p14:creationId xmlns:p14="http://schemas.microsoft.com/office/powerpoint/2010/main" val="2746725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096" y="783178"/>
            <a:ext cx="2947482" cy="4601183"/>
          </a:xfrm>
        </p:spPr>
        <p:txBody>
          <a:bodyPr/>
          <a:lstStyle/>
          <a:p>
            <a:pPr algn="ctr"/>
            <a:r>
              <a:rPr lang="en-IN" b="1" dirty="0"/>
              <a:t>What is PHP?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5612892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PHP is a recursive acronym for “ Hypertext Preprocessor". It is a widely-used open source general-purpose scripting language that is especially suited for web development and can be embedded into HTML.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It was developed in 1994 by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Rasmus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Lerdorf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A survey by W3Tech shows that almost 79% of the websites in their data are developed using PHP. It is not only used to build the web apps of many tech giants like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Facebook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but is also used to build many CMS (Content Management System) like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WordPress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Drupal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Shopify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Woo Commerce etc.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ea typeface="Arial Unicode MS" panose="020B0604020202020204" pitchFamily="34" charset="-128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 is  a server side scripting language that is embedded in HTML. It is used to manage dynamic content, databases, session tracking, even build entire e-commerce sites. 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also integrated with a number of popular databases, including MySQL, PostgreSQL, Oracle, Sybase, Informix, and Microsoft SQL Server.</a:t>
            </a:r>
          </a:p>
        </p:txBody>
      </p:sp>
    </p:spTree>
    <p:extLst>
      <p:ext uri="{BB962C8B-B14F-4D97-AF65-F5344CB8AC3E}">
        <p14:creationId xmlns:p14="http://schemas.microsoft.com/office/powerpoint/2010/main" val="2230690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83178"/>
            <a:ext cx="3245224" cy="4601183"/>
          </a:xfrm>
        </p:spPr>
        <p:txBody>
          <a:bodyPr/>
          <a:lstStyle/>
          <a:p>
            <a:pPr algn="ctr"/>
            <a:r>
              <a:rPr lang="en-US" b="1" dirty="0"/>
              <a:t>Why is it Used?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7641" y="-114300"/>
            <a:ext cx="7744760" cy="70866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 typeface="Wingdings" pitchFamily="2" charset="2"/>
              <a:buChar char="q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PHP (Hypertext Preprocessor) is a popular server-side scripting language used for web development.  Here are some reasons why PHP is used:</a:t>
            </a:r>
          </a:p>
          <a:p>
            <a:pPr marL="285750" indent="-285750" algn="just">
              <a:lnSpc>
                <a:spcPct val="100000"/>
              </a:lnSpc>
              <a:buFont typeface="Wingdings" pitchFamily="2" charset="2"/>
              <a:buChar char="q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PHP is an open-source programming language, which means it is free to use and distribute. This has led to a large community of developers contributing to the language and building libraries and frameworks.</a:t>
            </a:r>
          </a:p>
          <a:p>
            <a:pPr marL="285750" indent="-285750" algn="just">
              <a:lnSpc>
                <a:spcPct val="100000"/>
              </a:lnSpc>
              <a:buFont typeface="Wingdings" pitchFamily="2" charset="2"/>
              <a:buChar char="q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PHP is widely used for web development because it can be embedded into HTML code, making it easy to create dynamic web pages and handle forms and user input.</a:t>
            </a:r>
          </a:p>
          <a:p>
            <a:pPr marL="285750" indent="-285750" algn="just">
              <a:lnSpc>
                <a:spcPct val="100000"/>
              </a:lnSpc>
              <a:buFont typeface="Wingdings" pitchFamily="2" charset="2"/>
              <a:buChar char="q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PHP performs system functions, i.e. from files on a system it can create, open, read, write, and close them.</a:t>
            </a:r>
          </a:p>
          <a:p>
            <a:pPr marL="285750" indent="-285750" algn="just">
              <a:lnSpc>
                <a:spcPct val="100000"/>
              </a:lnSpc>
              <a:buFont typeface="Wingdings" pitchFamily="2" charset="2"/>
              <a:buChar char="q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are also many hash functions available in PHP to encrypt user’s data that makes PHP secure and reliable to be used as a server-side scripting language.</a:t>
            </a:r>
          </a:p>
          <a:p>
            <a:pPr marL="285750" indent="-285750" algn="just">
              <a:lnSpc>
                <a:spcPct val="100000"/>
              </a:lnSpc>
              <a:buFont typeface="Wingdings" pitchFamily="2" charset="2"/>
              <a:buChar char="q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PHP can be easily connect to various databases, including MySQL, PostgreSQL, Oracle, and others, making it a popular choice for database-driven web applications.</a:t>
            </a:r>
          </a:p>
          <a:p>
            <a:pPr marL="0" indent="0" algn="just">
              <a:lnSpc>
                <a:spcPct val="100000"/>
              </a:lnSpc>
              <a:buNone/>
            </a:pPr>
            <a:br>
              <a:rPr lang="en-US" sz="1800" dirty="0">
                <a:solidFill>
                  <a:schemeClr val="tx1"/>
                </a:solidFill>
              </a:rPr>
            </a:br>
            <a:endParaRPr lang="en-US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EE6EF-FBFB-3D68-3F53-43A028EF0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01108"/>
            <a:ext cx="3442447" cy="4601183"/>
          </a:xfrm>
        </p:spPr>
        <p:txBody>
          <a:bodyPr/>
          <a:lstStyle/>
          <a:p>
            <a:pPr algn="ctr"/>
            <a:r>
              <a:rPr lang="en-US" b="1" dirty="0"/>
              <a:t>Why is it used?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FD402-9409-ECA5-425F-7AF601B5AC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 algn="just">
              <a:lnSpc>
                <a:spcPct val="100000"/>
              </a:lnSpc>
              <a:buFont typeface="Wingdings" pitchFamily="2" charset="2"/>
              <a:buChar char="q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can add, delete, modify elements within your database through PHP.</a:t>
            </a:r>
          </a:p>
          <a:p>
            <a:pPr marL="285750" indent="-285750" algn="just">
              <a:lnSpc>
                <a:spcPct val="100000"/>
              </a:lnSpc>
              <a:buFont typeface="Wingdings" pitchFamily="2" charset="2"/>
              <a:buChar char="q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 benefits that you get with PHP is that it’s a 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 side scripting language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this means you only need to install it on the server and client computers requesting for resources from the server do not need to have PHP installed; only a web browser would be enough.</a:t>
            </a:r>
          </a:p>
          <a:p>
            <a:pPr marL="285750" indent="-285750" algn="just">
              <a:lnSpc>
                <a:spcPct val="100000"/>
              </a:lnSpc>
              <a:buFont typeface="Wingdings" pitchFamily="2" charset="2"/>
              <a:buChar char="q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PHP is also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 platform where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you can deploy your application on a number of different operating systems such as windows, Linux, Mac OS etc.</a:t>
            </a:r>
          </a:p>
          <a:p>
            <a:pPr algn="just">
              <a:lnSpc>
                <a:spcPct val="100000"/>
              </a:lnSpc>
              <a:buFont typeface="Wingdings" pitchFamily="2" charset="2"/>
              <a:buChar char="q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Overall, PHP's ease of use, open-source nature, cross-platform compatibility, strong community, and versatility in web development and database integration make it a popular choice for many developers and organization.</a:t>
            </a:r>
            <a:r>
              <a:rPr lang="en-US" sz="1800" dirty="0">
                <a:solidFill>
                  <a:schemeClr val="tx1"/>
                </a:solidFill>
                <a:latin typeface="urw-din"/>
              </a:rPr>
              <a:t> also many hash functions available in PHP to encrypt user’s data that de scripting language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645771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919" y="783178"/>
            <a:ext cx="2947482" cy="4601183"/>
          </a:xfrm>
        </p:spPr>
        <p:txBody>
          <a:bodyPr/>
          <a:lstStyle/>
          <a:p>
            <a:pPr algn="ctr"/>
            <a:r>
              <a:rPr lang="en-US" b="1" dirty="0"/>
              <a:t>PHP basic syntax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32202" y="654424"/>
            <a:ext cx="5260786" cy="4598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3200" b="1" u="sng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3200" b="1" u="sng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b="1" u="sng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200" b="1" u="sng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u="sng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3200" b="1" u="sng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u="sng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</a:t>
            </a:r>
            <a:r>
              <a:rPr lang="en-US" sz="3200" b="1" u="sng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b="1" u="sng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  <a:p>
            <a:pPr marL="12700">
              <a:lnSpc>
                <a:spcPct val="100000"/>
              </a:lnSpc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1576705">
              <a:spcBef>
                <a:spcPts val="11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</a:t>
            </a:r>
            <a:r>
              <a:rPr lang="en-US"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6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en-US" sz="16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6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en-US"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16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sz="16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6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lang="en-US" sz="16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  <a:r>
              <a:rPr lang="en-US"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</a:t>
            </a:r>
            <a:r>
              <a:rPr lang="en-US"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</a:t>
            </a:r>
            <a:r>
              <a:rPr lang="en-US" sz="16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</a:t>
            </a:r>
            <a:r>
              <a:rPr lang="en-US"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6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6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rts</a:t>
            </a:r>
            <a:r>
              <a:rPr lang="en-US" sz="16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16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6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solidFill>
                  <a:srgbClr val="DC13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&lt;?</a:t>
            </a:r>
            <a:r>
              <a:rPr lang="en-US" sz="1600" spc="-10" dirty="0" err="1">
                <a:solidFill>
                  <a:srgbClr val="DC13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en-US" sz="1600" dirty="0">
                <a:solidFill>
                  <a:srgbClr val="DC13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00" dirty="0">
                <a:solidFill>
                  <a:srgbClr val="DC13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sz="16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6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6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solidFill>
                  <a:srgbClr val="DC13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en-US" sz="1600" spc="-20" dirty="0">
                <a:solidFill>
                  <a:srgbClr val="DC13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spcBef>
                <a:spcPts val="43"/>
              </a:spcBef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265"/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&lt;?</a:t>
            </a:r>
            <a:r>
              <a:rPr lang="en-US" sz="16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endParaRPr lang="en-US" sz="16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265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265"/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US" sz="16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</a:t>
            </a:r>
          </a:p>
          <a:p>
            <a:pPr marL="469265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265"/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?&gt;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9"/>
              </a:spcBef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/>
            <a:r>
              <a:rPr lang="en-US"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6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6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6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</a:t>
            </a:r>
            <a:r>
              <a:rPr lang="en-US"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6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sz="16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16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en-US" sz="16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</a:t>
            </a:r>
            <a:r>
              <a:rPr lang="en-US" sz="16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6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600" spc="-10" dirty="0">
                <a:solidFill>
                  <a:srgbClr val="DC13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spc="-10" dirty="0" err="1">
                <a:solidFill>
                  <a:srgbClr val="DC13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en-US"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".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41"/>
              </a:spcBef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6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</a:t>
            </a:r>
            <a:r>
              <a:rPr lang="en-US" sz="16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16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ont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ns</a:t>
            </a:r>
            <a:r>
              <a:rPr lang="en-US" sz="16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6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6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sz="16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6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en-US" sz="16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</a:t>
            </a:r>
            <a:r>
              <a:rPr lang="en-US"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6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16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35036" y="1123837"/>
            <a:ext cx="2700617" cy="4921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12700">
              <a:lnSpc>
                <a:spcPct val="100000"/>
              </a:lnSpc>
            </a:pPr>
            <a:endParaRPr lang="en-US" sz="1400" spc="-1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/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&lt;!DOCTYPE</a:t>
            </a:r>
            <a:r>
              <a:rPr lang="en-US" sz="1400" spc="-10" dirty="0">
                <a:latin typeface="Times New Roman"/>
                <a:cs typeface="Times New Roman"/>
              </a:rPr>
              <a:t> </a:t>
            </a:r>
            <a:r>
              <a:rPr lang="en-US" sz="1400" spc="60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html&gt;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spcBef>
                <a:spcPts val="70"/>
              </a:spcBef>
            </a:pPr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&lt;html&gt;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spcBef>
                <a:spcPts val="75"/>
              </a:spcBef>
            </a:pPr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&lt;body&gt;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43"/>
              </a:spcBef>
            </a:pPr>
            <a:endParaRPr lang="en-US" sz="1400" dirty="0">
              <a:latin typeface="Times New Roman"/>
              <a:cs typeface="Times New Roman"/>
            </a:endParaRPr>
          </a:p>
          <a:p>
            <a:pPr marL="12700"/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&lt;h1&gt;My</a:t>
            </a:r>
            <a:r>
              <a:rPr lang="en-US" sz="1400" spc="-10" dirty="0">
                <a:latin typeface="Times New Roman"/>
                <a:cs typeface="Times New Roman"/>
              </a:rPr>
              <a:t> </a:t>
            </a:r>
            <a:r>
              <a:rPr lang="en-US" sz="1400" spc="60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spc="5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spc="5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page&lt;/h1&gt;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43"/>
              </a:spcBef>
            </a:pPr>
            <a:endParaRPr lang="en-US" sz="1400" dirty="0">
              <a:latin typeface="Times New Roman"/>
              <a:cs typeface="Times New Roman"/>
            </a:endParaRPr>
          </a:p>
          <a:p>
            <a:pPr marL="12700"/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&lt;?</a:t>
            </a:r>
            <a:r>
              <a:rPr lang="en-US" sz="14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spcBef>
                <a:spcPts val="70"/>
              </a:spcBef>
            </a:pPr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echo</a:t>
            </a:r>
            <a:r>
              <a:rPr lang="en-US" sz="1400" spc="-10" dirty="0">
                <a:latin typeface="Times New Roman"/>
                <a:cs typeface="Times New Roman"/>
              </a:rPr>
              <a:t> </a:t>
            </a:r>
            <a:r>
              <a:rPr lang="en-US" sz="1400" spc="60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"Hello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spc="5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World!";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spcBef>
                <a:spcPts val="70"/>
              </a:spcBef>
            </a:pPr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?&gt;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43"/>
              </a:spcBef>
            </a:pPr>
            <a:endParaRPr lang="en-US" sz="1400" dirty="0">
              <a:latin typeface="Times New Roman"/>
              <a:cs typeface="Times New Roman"/>
            </a:endParaRPr>
          </a:p>
          <a:p>
            <a:pPr marL="12700"/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&lt;/body&gt;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spcBef>
                <a:spcPts val="70"/>
              </a:spcBef>
            </a:pPr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&lt;/html&gt;</a:t>
            </a:r>
          </a:p>
          <a:p>
            <a:pPr marL="12700">
              <a:spcBef>
                <a:spcPts val="70"/>
              </a:spcBef>
            </a:pPr>
            <a:endParaRPr lang="en-US" sz="1400" spc="-1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/>
            <a:r>
              <a:rPr lang="en-US" sz="1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12700"/>
            <a:endParaRPr lang="en-US" sz="14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lvl="1"/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PHP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</a:t>
            </a:r>
            <a:r>
              <a:rPr lang="en-US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  <a:p>
            <a:pPr marL="469900" lvl="1"/>
            <a:r>
              <a:rPr lang="en-US" sz="1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ello</a:t>
            </a:r>
            <a:r>
              <a:rPr lang="en-US" sz="1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1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d!</a:t>
            </a: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53CB084-6044-82B3-B010-0075F99A642E}"/>
              </a:ext>
            </a:extLst>
          </p:cNvPr>
          <p:cNvCxnSpPr/>
          <p:nvPr/>
        </p:nvCxnSpPr>
        <p:spPr>
          <a:xfrm>
            <a:off x="8892988" y="941294"/>
            <a:ext cx="0" cy="536089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954" y="765249"/>
            <a:ext cx="2947482" cy="4601183"/>
          </a:xfrm>
        </p:spPr>
        <p:txBody>
          <a:bodyPr/>
          <a:lstStyle/>
          <a:p>
            <a:pPr algn="ctr"/>
            <a:r>
              <a:rPr lang="en-US" b="1" dirty="0"/>
              <a:t>PHP opening and closing tags syntax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5752" y="685055"/>
            <a:ext cx="7809753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508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erent</a:t>
            </a:r>
            <a:r>
              <a:rPr lang="en-US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airs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peni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losing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ags</a:t>
            </a:r>
            <a:r>
              <a:rPr lang="en-US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en-US" spc="-1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2"/>
              </a:spcBef>
            </a:pPr>
            <a:endParaRPr lang="en-US" dirty="0">
              <a:latin typeface="Times New Roman"/>
              <a:cs typeface="Times New Roman"/>
            </a:endParaRPr>
          </a:p>
          <a:p>
            <a:pPr marL="58419" algn="just"/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list</a:t>
            </a:r>
            <a:r>
              <a:rPr lang="en-US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</a:t>
            </a:r>
          </a:p>
          <a:p>
            <a:pPr marL="58419" algn="just"/>
            <a:endParaRPr lang="en-US" b="1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8419" algn="just"/>
            <a:r>
              <a:rPr lang="en-US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</a:t>
            </a:r>
            <a:r>
              <a:rPr lang="en-US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US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b="1" spc="-10" dirty="0">
                <a:latin typeface="Times New Roman"/>
                <a:cs typeface="Times New Roman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</a:t>
            </a:r>
            <a:r>
              <a:rPr lang="en-US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ynt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arts</a:t>
            </a:r>
            <a:r>
              <a:rPr lang="en-US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ith</a:t>
            </a:r>
            <a:r>
              <a:rPr lang="en-US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"&lt;?</a:t>
            </a:r>
            <a:r>
              <a:rPr lang="en-US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en-US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ends</a:t>
            </a:r>
            <a:r>
              <a:rPr lang="en-US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"?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48"/>
              </a:spcBef>
            </a:pPr>
            <a:endParaRPr lang="en-US" dirty="0">
              <a:latin typeface="Times New Roman"/>
              <a:cs typeface="Times New Roman"/>
            </a:endParaRPr>
          </a:p>
          <a:p>
            <a:pPr marL="17780"/>
            <a:r>
              <a:rPr lang="en-US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e:</a:t>
            </a:r>
          </a:p>
          <a:p>
            <a:pPr marL="474980" lvl="1"/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&lt;?</a:t>
            </a:r>
            <a:r>
              <a:rPr lang="en-US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endParaRPr lang="en-US" dirty="0">
              <a:latin typeface="Times New Roman"/>
              <a:cs typeface="Times New Roman"/>
            </a:endParaRPr>
          </a:p>
          <a:p>
            <a:pPr marL="474980" lvl="1"/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echo</a:t>
            </a:r>
            <a:r>
              <a:rPr lang="en-US" spc="-10" dirty="0">
                <a:latin typeface="Times New Roman"/>
                <a:cs typeface="Times New Roman"/>
              </a:rPr>
              <a:t> </a:t>
            </a:r>
            <a:r>
              <a:rPr lang="en-US" spc="60" dirty="0">
                <a:latin typeface="Times New Roman"/>
                <a:cs typeface="Times New Roman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"Default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spc="55" dirty="0">
                <a:latin typeface="Times New Roman"/>
                <a:cs typeface="Times New Roman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Syntax";</a:t>
            </a:r>
            <a:endParaRPr lang="en-US" dirty="0">
              <a:latin typeface="Times New Roman"/>
              <a:cs typeface="Times New Roman"/>
            </a:endParaRPr>
          </a:p>
          <a:p>
            <a:pPr marL="474980" lvl="1"/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?&gt;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"/>
            <a:endParaRPr lang="en-US" b="1" spc="-15" dirty="0">
              <a:solidFill>
                <a:srgbClr val="EE98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680" indent="-342900">
              <a:buAutoNum type="arabicPeriod" startAt="2"/>
            </a:pPr>
            <a:r>
              <a:rPr lang="en-US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</a:t>
            </a:r>
            <a:r>
              <a:rPr lang="en-US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b="1" spc="-10" dirty="0">
                <a:latin typeface="Times New Roman"/>
                <a:cs typeface="Times New Roman"/>
              </a:rPr>
              <a:t>:  </a:t>
            </a:r>
            <a:r>
              <a:rPr lang="en-US" spc="-10" dirty="0">
                <a:latin typeface="Times New Roman"/>
                <a:cs typeface="Times New Roman"/>
              </a:rPr>
              <a:t>It</a:t>
            </a:r>
            <a:r>
              <a:rPr lang="en-US" b="1" spc="-10" dirty="0">
                <a:latin typeface="Times New Roman"/>
                <a:cs typeface="Times New Roman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?"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nds</a:t>
            </a:r>
            <a:r>
              <a:rPr lang="en-US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?&gt;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hort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yle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ags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ble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urati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ers. The </a:t>
            </a:r>
            <a:r>
              <a:rPr lang="en-US" spc="-1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en-US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pc="-1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 is a special file for PHP. It is where you declare changes to your PHP settings.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"/>
            <a:endParaRPr lang="en-US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"/>
            <a:r>
              <a:rPr lang="en-US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e:</a:t>
            </a:r>
          </a:p>
          <a:p>
            <a:pPr marL="474980" lvl="1"/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&lt;?</a:t>
            </a:r>
            <a:endParaRPr lang="en-US" dirty="0">
              <a:latin typeface="Times New Roman"/>
              <a:cs typeface="Times New Roman"/>
            </a:endParaRPr>
          </a:p>
          <a:p>
            <a:pPr marL="474980" lvl="1"/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echo</a:t>
            </a:r>
            <a:r>
              <a:rPr lang="en-US" spc="-10" dirty="0">
                <a:latin typeface="Times New Roman"/>
                <a:cs typeface="Times New Roman"/>
              </a:rPr>
              <a:t> </a:t>
            </a:r>
            <a:r>
              <a:rPr lang="en-US" spc="55" dirty="0">
                <a:latin typeface="Times New Roman"/>
                <a:cs typeface="Times New Roman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"PHP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spc="55" dirty="0">
                <a:latin typeface="Times New Roman"/>
                <a:cs typeface="Times New Roman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spc="55" dirty="0">
                <a:latin typeface="Times New Roman"/>
                <a:cs typeface="Times New Roman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spc="55" dirty="0">
                <a:latin typeface="Times New Roman"/>
                <a:cs typeface="Times New Roman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-tags";</a:t>
            </a:r>
            <a:endParaRPr lang="en-US" dirty="0">
              <a:latin typeface="Times New Roman"/>
              <a:cs typeface="Times New Roman"/>
            </a:endParaRPr>
          </a:p>
          <a:p>
            <a:pPr marL="474980" lvl="1"/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?&gt;</a:t>
            </a:r>
          </a:p>
          <a:p>
            <a:pPr marL="17780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8419"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166" y="776194"/>
            <a:ext cx="2947482" cy="4601183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variable?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9268" y="444500"/>
            <a:ext cx="7315200" cy="5540248"/>
          </a:xfrm>
        </p:spPr>
        <p:txBody>
          <a:bodyPr/>
          <a:lstStyle/>
          <a:p>
            <a:pPr>
              <a:buNone/>
            </a:pPr>
            <a:endParaRPr lang="en-US" u="sng" dirty="0">
              <a:latin typeface="Times New Roman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3771901" y="1943847"/>
            <a:ext cx="7568452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 panose="02020603050405020304" pitchFamily="18" charset="0"/>
              </a:rPr>
              <a:t>Rules for creating variables in  PHP:</a:t>
            </a:r>
          </a:p>
          <a:p>
            <a:endParaRPr lang="en-US" sz="2400" u="sng" dirty="0">
              <a:latin typeface="Times New Roman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/>
              <a:buChar char="Ø"/>
            </a:pPr>
            <a:r>
              <a:rPr lang="en-US" sz="2400" dirty="0">
                <a:latin typeface="Times New Roman"/>
                <a:cs typeface="Times New Roman" panose="02020603050405020304" pitchFamily="18" charset="0"/>
              </a:rPr>
              <a:t>Cannot start with a number.</a:t>
            </a:r>
          </a:p>
          <a:p>
            <a:pPr marL="742950" lvl="1" indent="-285750">
              <a:lnSpc>
                <a:spcPct val="150000"/>
              </a:lnSpc>
              <a:buFont typeface="Wingdings"/>
              <a:buChar char="Ø"/>
            </a:pPr>
            <a:r>
              <a:rPr lang="en-US" sz="2400" dirty="0">
                <a:latin typeface="Times New Roman"/>
                <a:cs typeface="Times New Roman" panose="02020603050405020304" pitchFamily="18" charset="0"/>
              </a:rPr>
              <a:t>Must start with a letter or an alphanumeric character.</a:t>
            </a:r>
          </a:p>
          <a:p>
            <a:pPr marL="742950" lvl="1" indent="-285750">
              <a:lnSpc>
                <a:spcPct val="150000"/>
              </a:lnSpc>
              <a:buFont typeface="Wingdings"/>
              <a:buChar char="Ø"/>
            </a:pPr>
            <a:r>
              <a:rPr lang="en-US" sz="2400" dirty="0">
                <a:latin typeface="Times New Roman"/>
                <a:cs typeface="Times New Roman" panose="02020603050405020304" pitchFamily="18" charset="0"/>
              </a:rPr>
              <a:t>Can only contain alphanumeric characters and underscores.</a:t>
            </a:r>
          </a:p>
          <a:p>
            <a:pPr marL="742950" lvl="1" indent="-285750">
              <a:lnSpc>
                <a:spcPct val="150000"/>
              </a:lnSpc>
              <a:buFont typeface="Wingdings"/>
              <a:buChar char="Ø"/>
            </a:pPr>
            <a:r>
              <a:rPr lang="en-US" sz="2400" dirty="0">
                <a:latin typeface="Times New Roman"/>
                <a:cs typeface="Times New Roman" panose="02020603050405020304" pitchFamily="18" charset="0"/>
              </a:rPr>
              <a:t>Starts with a $ sign.</a:t>
            </a:r>
          </a:p>
          <a:p>
            <a:pPr marL="742950" lvl="1" indent="-285750">
              <a:lnSpc>
                <a:spcPct val="150000"/>
              </a:lnSpc>
              <a:buFont typeface="Wingdings"/>
              <a:buChar char="Ø"/>
            </a:pPr>
            <a:r>
              <a:rPr lang="en-US" sz="2400" dirty="0">
                <a:latin typeface="Times New Roman"/>
                <a:cs typeface="Times New Roman" panose="02020603050405020304" pitchFamily="18" charset="0"/>
              </a:rPr>
              <a:t>Variables in PHP are case sensitive.</a:t>
            </a:r>
          </a:p>
          <a:p>
            <a:endParaRPr 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16349" y="855355"/>
            <a:ext cx="7524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/>
                <a:cs typeface="Times New Roman" panose="02020603050405020304" pitchFamily="18" charset="0"/>
              </a:rPr>
              <a:t>Variables</a:t>
            </a:r>
            <a:r>
              <a:rPr lang="en-US" sz="2400" dirty="0">
                <a:latin typeface="Times New Roman"/>
                <a:cs typeface="Times New Roman" panose="02020603050405020304" pitchFamily="18" charset="0"/>
              </a:rPr>
              <a:t> are the containers for storing information</a:t>
            </a:r>
            <a:r>
              <a:rPr lang="en-US" dirty="0">
                <a:latin typeface="Times New Roman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63785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56284"/>
            <a:ext cx="3403599" cy="4601183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 Syntax for declaring variable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3867151" y="826728"/>
            <a:ext cx="5626100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>
                <a:latin typeface="Times New Roman"/>
                <a:cs typeface="Times New Roman" panose="02020603050405020304" pitchFamily="18" charset="0"/>
              </a:rPr>
              <a:t>In PHP, a variable starts with the</a:t>
            </a:r>
            <a:r>
              <a:rPr lang="en-US" sz="2400" b="1" dirty="0">
                <a:latin typeface="Times New Roman"/>
                <a:cs typeface="Times New Roman" panose="02020603050405020304" pitchFamily="18" charset="0"/>
              </a:rPr>
              <a:t> </a:t>
            </a:r>
            <a:r>
              <a:rPr lang="en-US" sz="2400" b="1" dirty="0">
                <a:latin typeface="Times New Roman"/>
                <a:cs typeface="Times New Roman"/>
              </a:rPr>
              <a:t>$</a:t>
            </a:r>
            <a:r>
              <a:rPr lang="en-US" sz="2400" b="1" dirty="0">
                <a:latin typeface="Times New Roman"/>
                <a:cs typeface="Times New Roman" panose="02020603050405020304" pitchFamily="18" charset="0"/>
              </a:rPr>
              <a:t> </a:t>
            </a:r>
            <a:r>
              <a:rPr lang="en-US" sz="2300" dirty="0">
                <a:latin typeface="Times New Roman"/>
                <a:cs typeface="Times New Roman" panose="02020603050405020304" pitchFamily="18" charset="0"/>
              </a:rPr>
              <a:t>sign</a:t>
            </a:r>
          </a:p>
          <a:p>
            <a:endParaRPr lang="en-US" sz="2300" dirty="0">
              <a:latin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67151" y="1234532"/>
            <a:ext cx="3835400" cy="5216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/>
                <a:ea typeface="+mn-lt"/>
                <a:cs typeface="Times New Roman" panose="02020603050405020304" pitchFamily="18" charset="0"/>
              </a:rPr>
              <a:t>&lt;?</a:t>
            </a:r>
            <a:r>
              <a:rPr lang="en-US" dirty="0" err="1">
                <a:latin typeface="Times New Roman"/>
                <a:ea typeface="+mn-lt"/>
                <a:cs typeface="Times New Roman" panose="02020603050405020304" pitchFamily="18" charset="0"/>
              </a:rPr>
              <a:t>php</a:t>
            </a:r>
            <a:endParaRPr lang="en-US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/>
                <a:ea typeface="+mn-lt"/>
                <a:cs typeface="Times New Roman" panose="02020603050405020304" pitchFamily="18" charset="0"/>
              </a:rPr>
              <a:t>$name = "Hello PHP";</a:t>
            </a:r>
            <a:endParaRPr lang="en-US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/>
                <a:ea typeface="+mn-lt"/>
                <a:cs typeface="Times New Roman" panose="02020603050405020304" pitchFamily="18" charset="0"/>
              </a:rPr>
              <a:t>$address = </a:t>
            </a:r>
            <a:r>
              <a:rPr lang="en-US" dirty="0" err="1">
                <a:latin typeface="Times New Roman"/>
                <a:ea typeface="+mn-lt"/>
                <a:cs typeface="Times New Roman" panose="02020603050405020304" pitchFamily="18" charset="0"/>
              </a:rPr>
              <a:t>Guwahati</a:t>
            </a:r>
            <a:r>
              <a:rPr lang="en-US" dirty="0">
                <a:latin typeface="Times New Roman"/>
                <a:ea typeface="+mn-lt"/>
                <a:cs typeface="Times New Roman" panose="02020603050405020304" pitchFamily="18" charset="0"/>
              </a:rPr>
              <a:t>;</a:t>
            </a:r>
            <a:endParaRPr lang="en-US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/>
                <a:ea typeface="+mn-lt"/>
                <a:cs typeface="Times New Roman" panose="02020603050405020304" pitchFamily="18" charset="0"/>
              </a:rPr>
              <a:t>$course = MCA;</a:t>
            </a:r>
            <a:endParaRPr lang="en-US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4"/>
                </a:solidFill>
                <a:latin typeface="Times New Roman"/>
                <a:ea typeface="+mn-lt"/>
                <a:cs typeface="Times New Roman" panose="02020603050405020304" pitchFamily="18" charset="0"/>
              </a:rPr>
              <a:t>echo</a:t>
            </a:r>
            <a:r>
              <a:rPr lang="en-US" dirty="0">
                <a:latin typeface="Times New Roman"/>
                <a:ea typeface="+mn-lt"/>
                <a:cs typeface="Times New Roman" panose="02020603050405020304" pitchFamily="18" charset="0"/>
              </a:rPr>
              <a:t> "$name &lt;</a:t>
            </a:r>
            <a:r>
              <a:rPr lang="en-US" dirty="0" err="1">
                <a:latin typeface="Times New Roman"/>
                <a:ea typeface="+mn-lt"/>
                <a:cs typeface="Times New Roman" panose="02020603050405020304" pitchFamily="18" charset="0"/>
              </a:rPr>
              <a:t>br</a:t>
            </a:r>
            <a:r>
              <a:rPr lang="en-US" dirty="0">
                <a:latin typeface="Times New Roman"/>
                <a:ea typeface="+mn-lt"/>
                <a:cs typeface="Times New Roman" panose="02020603050405020304" pitchFamily="18" charset="0"/>
              </a:rPr>
              <a:t>&gt;" ;</a:t>
            </a:r>
            <a:endParaRPr lang="en-US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4"/>
                </a:solidFill>
                <a:latin typeface="Times New Roman"/>
                <a:ea typeface="+mn-lt"/>
                <a:cs typeface="Times New Roman" panose="02020603050405020304" pitchFamily="18" charset="0"/>
              </a:rPr>
              <a:t>echo</a:t>
            </a:r>
            <a:r>
              <a:rPr lang="en-US" dirty="0">
                <a:latin typeface="Times New Roman"/>
                <a:ea typeface="+mn-lt"/>
                <a:cs typeface="Times New Roman" panose="02020603050405020304" pitchFamily="18" charset="0"/>
              </a:rPr>
              <a:t> "$address &lt;</a:t>
            </a:r>
            <a:r>
              <a:rPr lang="en-US" dirty="0" err="1">
                <a:latin typeface="Times New Roman"/>
                <a:ea typeface="+mn-lt"/>
                <a:cs typeface="Times New Roman" panose="02020603050405020304" pitchFamily="18" charset="0"/>
              </a:rPr>
              <a:t>br</a:t>
            </a:r>
            <a:r>
              <a:rPr lang="en-US" dirty="0">
                <a:latin typeface="Times New Roman"/>
                <a:ea typeface="+mn-lt"/>
                <a:cs typeface="Times New Roman" panose="02020603050405020304" pitchFamily="18" charset="0"/>
              </a:rPr>
              <a:t>&gt;" ;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4"/>
                </a:solidFill>
                <a:latin typeface="Times New Roman"/>
                <a:ea typeface="+mn-lt"/>
                <a:cs typeface="Times New Roman" panose="02020603050405020304" pitchFamily="18" charset="0"/>
              </a:rPr>
              <a:t>echo</a:t>
            </a:r>
            <a:r>
              <a:rPr lang="en-US" dirty="0">
                <a:latin typeface="Times New Roman"/>
                <a:ea typeface="+mn-lt"/>
                <a:cs typeface="Times New Roman" panose="02020603050405020304" pitchFamily="18" charset="0"/>
              </a:rPr>
              <a:t> "$course &lt;</a:t>
            </a:r>
            <a:r>
              <a:rPr lang="en-US" dirty="0" err="1">
                <a:latin typeface="Times New Roman"/>
                <a:ea typeface="+mn-lt"/>
                <a:cs typeface="Times New Roman" panose="02020603050405020304" pitchFamily="18" charset="0"/>
              </a:rPr>
              <a:t>br</a:t>
            </a:r>
            <a:r>
              <a:rPr lang="en-US" dirty="0">
                <a:latin typeface="Times New Roman"/>
                <a:ea typeface="+mn-lt"/>
                <a:cs typeface="Times New Roman" panose="02020603050405020304" pitchFamily="18" charset="0"/>
              </a:rPr>
              <a:t>&gt;" ;</a:t>
            </a:r>
            <a:endParaRPr lang="en-US" dirty="0">
              <a:latin typeface="Times New Roman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4"/>
                </a:solidFill>
                <a:latin typeface="Times New Roman"/>
                <a:ea typeface="+mn-lt"/>
                <a:cs typeface="Times New Roman" panose="02020603050405020304" pitchFamily="18" charset="0"/>
              </a:rPr>
              <a:t>echo</a:t>
            </a:r>
            <a:r>
              <a:rPr lang="en-US" dirty="0">
                <a:latin typeface="Times New Roman"/>
                <a:ea typeface="+mn-lt"/>
                <a:cs typeface="Times New Roman" panose="02020603050405020304" pitchFamily="18" charset="0"/>
              </a:rPr>
              <a:t> "$name is a good boy, he lives in $address and he pursuing $course </a:t>
            </a:r>
            <a:r>
              <a:rPr lang="en-US" dirty="0" err="1">
                <a:latin typeface="Times New Roman"/>
                <a:ea typeface="+mn-lt"/>
                <a:cs typeface="Times New Roman" panose="02020603050405020304" pitchFamily="18" charset="0"/>
              </a:rPr>
              <a:t>course</a:t>
            </a:r>
            <a:r>
              <a:rPr lang="en-US" dirty="0">
                <a:latin typeface="Times New Roman"/>
                <a:ea typeface="+mn-lt"/>
                <a:cs typeface="Times New Roman" panose="02020603050405020304" pitchFamily="18" charset="0"/>
              </a:rPr>
              <a:t> &lt;</a:t>
            </a:r>
            <a:r>
              <a:rPr lang="en-US" dirty="0" err="1">
                <a:latin typeface="Times New Roman"/>
                <a:ea typeface="+mn-lt"/>
                <a:cs typeface="Times New Roman" panose="02020603050405020304" pitchFamily="18" charset="0"/>
              </a:rPr>
              <a:t>br</a:t>
            </a:r>
            <a:r>
              <a:rPr lang="en-US" dirty="0">
                <a:latin typeface="Times New Roman"/>
                <a:ea typeface="+mn-lt"/>
                <a:cs typeface="Times New Roman" panose="02020603050405020304" pitchFamily="18" charset="0"/>
              </a:rPr>
              <a:t>&gt; ";</a:t>
            </a:r>
            <a:endParaRPr lang="en-US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/>
                <a:ea typeface="+mn-lt"/>
                <a:cs typeface="Times New Roman" panose="02020603050405020304" pitchFamily="18" charset="0"/>
              </a:rPr>
              <a:t>?&gt;</a:t>
            </a:r>
            <a:endParaRPr lang="en-US" dirty="0">
              <a:latin typeface="Times New Roman"/>
              <a:cs typeface="Times New Roman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166103" y="2014070"/>
            <a:ext cx="325418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ea typeface="+mn-lt"/>
                <a:cs typeface="Times New Roman" panose="02020603050405020304" pitchFamily="18" charset="0"/>
              </a:rPr>
              <a:t>Output:</a:t>
            </a:r>
          </a:p>
          <a:p>
            <a:endParaRPr lang="en-US" sz="2400" b="1" dirty="0">
              <a:latin typeface="Times New Roman"/>
              <a:ea typeface="+mn-lt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/>
                <a:ea typeface="+mn-lt"/>
                <a:cs typeface="Times New Roman" panose="02020603050405020304" pitchFamily="18" charset="0"/>
              </a:rPr>
              <a:t>Hello PHP</a:t>
            </a:r>
            <a:br>
              <a:rPr lang="en-US" dirty="0">
                <a:latin typeface="Times New Roman"/>
                <a:ea typeface="+mn-lt"/>
                <a:cs typeface="Times New Roman" panose="02020603050405020304" pitchFamily="18" charset="0"/>
              </a:rPr>
            </a:br>
            <a:r>
              <a:rPr lang="en-US" dirty="0">
                <a:latin typeface="Times New Roman"/>
                <a:ea typeface="+mn-lt"/>
                <a:cs typeface="Times New Roman" panose="02020603050405020304" pitchFamily="18" charset="0"/>
              </a:rPr>
              <a:t>Guwahati</a:t>
            </a:r>
            <a:br>
              <a:rPr lang="en-US" dirty="0">
                <a:latin typeface="Times New Roman"/>
                <a:ea typeface="+mn-lt"/>
                <a:cs typeface="Times New Roman" panose="02020603050405020304" pitchFamily="18" charset="0"/>
              </a:rPr>
            </a:br>
            <a:r>
              <a:rPr lang="en-US" dirty="0">
                <a:latin typeface="Times New Roman"/>
                <a:ea typeface="+mn-lt"/>
                <a:cs typeface="Times New Roman" panose="02020603050405020304" pitchFamily="18" charset="0"/>
              </a:rPr>
              <a:t>MCA</a:t>
            </a:r>
            <a:br>
              <a:rPr lang="en-US" dirty="0">
                <a:latin typeface="Times New Roman"/>
                <a:ea typeface="+mn-lt"/>
                <a:cs typeface="Times New Roman" panose="02020603050405020304" pitchFamily="18" charset="0"/>
              </a:rPr>
            </a:br>
            <a:br>
              <a:rPr lang="en-US" dirty="0">
                <a:latin typeface="Times New Roman"/>
                <a:ea typeface="+mn-lt"/>
                <a:cs typeface="Times New Roman" panose="02020603050405020304" pitchFamily="18" charset="0"/>
              </a:rPr>
            </a:br>
            <a:r>
              <a:rPr lang="en-US" dirty="0">
                <a:latin typeface="Times New Roman"/>
                <a:ea typeface="+mn-lt"/>
                <a:cs typeface="Times New Roman" panose="02020603050405020304" pitchFamily="18" charset="0"/>
              </a:rPr>
              <a:t>Hello PHP is a good boy, he lives in Guwahati and he pursuing MCA course</a:t>
            </a:r>
            <a:endParaRPr lang="en-US" dirty="0">
              <a:latin typeface="Times New Roman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2D62D31-1A7E-D389-1B82-0AAFBAA2E644}"/>
              </a:ext>
            </a:extLst>
          </p:cNvPr>
          <p:cNvCxnSpPr>
            <a:cxnSpLocks/>
          </p:cNvCxnSpPr>
          <p:nvPr/>
        </p:nvCxnSpPr>
        <p:spPr>
          <a:xfrm>
            <a:off x="8104094" y="1550894"/>
            <a:ext cx="0" cy="44913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2433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541" y="759626"/>
            <a:ext cx="2947482" cy="460118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63999" y="749301"/>
            <a:ext cx="61647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>
                <a:latin typeface="Times New Roman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/>
                <a:cs typeface="Times New Roman" panose="02020603050405020304" pitchFamily="18" charset="0"/>
              </a:rPr>
              <a:t>Cannot start with a number</a:t>
            </a:r>
          </a:p>
          <a:p>
            <a:endParaRPr lang="en-US" sz="2800" dirty="0">
              <a:latin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86199" y="1678731"/>
            <a:ext cx="40513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&lt;?</a:t>
            </a:r>
            <a:r>
              <a:rPr lang="en-US" dirty="0" err="1">
                <a:latin typeface="Times New Roman"/>
                <a:cs typeface="Times New Roman"/>
              </a:rPr>
              <a:t>php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cs typeface="Times New Roman"/>
              </a:rPr>
              <a:t>$1testing = "Hello world!";</a:t>
            </a:r>
          </a:p>
          <a:p>
            <a:r>
              <a:rPr lang="en-US" dirty="0">
                <a:latin typeface="Times New Roman"/>
                <a:cs typeface="Times New Roman"/>
              </a:rPr>
              <a:t>echo $1testing ;</a:t>
            </a:r>
          </a:p>
          <a:p>
            <a:r>
              <a:rPr lang="en-US" dirty="0">
                <a:latin typeface="Times New Roman"/>
                <a:cs typeface="Times New Roman"/>
              </a:rPr>
              <a:t>echo "&lt;</a:t>
            </a:r>
            <a:r>
              <a:rPr lang="en-US" dirty="0" err="1">
                <a:latin typeface="Times New Roman"/>
                <a:cs typeface="Times New Roman"/>
              </a:rPr>
              <a:t>br</a:t>
            </a:r>
            <a:r>
              <a:rPr lang="en-US" dirty="0">
                <a:latin typeface="Times New Roman"/>
                <a:cs typeface="Times New Roman"/>
              </a:rPr>
              <a:t>&gt;";</a:t>
            </a:r>
          </a:p>
          <a:p>
            <a:r>
              <a:rPr lang="en-US" dirty="0">
                <a:latin typeface="Times New Roman"/>
                <a:cs typeface="Times New Roman"/>
              </a:rPr>
              <a:t>?&gt;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0" y="1353440"/>
            <a:ext cx="392430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/>
                <a:ea typeface="+mn-lt"/>
                <a:cs typeface="Times New Roman" panose="02020603050405020304" pitchFamily="18" charset="0"/>
              </a:rPr>
              <a:t>Output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ea typeface="+mn-lt"/>
                <a:cs typeface="Times New Roman" panose="02020603050405020304" pitchFamily="18" charset="0"/>
              </a:rPr>
              <a:t>PHP Parse error: syntax error, unexpected '1' (T_LNUMBER), expecting variable (T_VARIABLE) or '{' or '$' in /home/</a:t>
            </a:r>
            <a:r>
              <a:rPr lang="en-US" dirty="0" err="1">
                <a:latin typeface="Times New Roman"/>
                <a:ea typeface="+mn-lt"/>
                <a:cs typeface="Times New Roman" panose="02020603050405020304" pitchFamily="18" charset="0"/>
              </a:rPr>
              <a:t>XZKRpt</a:t>
            </a:r>
            <a:r>
              <a:rPr lang="en-US" dirty="0">
                <a:latin typeface="Times New Roman"/>
                <a:ea typeface="+mn-lt"/>
                <a:cs typeface="Times New Roman" panose="02020603050405020304" pitchFamily="18" charset="0"/>
              </a:rPr>
              <a:t>/prog.php on line 6</a:t>
            </a:r>
            <a:endParaRPr lang="en-US" dirty="0">
              <a:latin typeface="Times New Roman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86199" y="3701941"/>
            <a:ext cx="723003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400" dirty="0">
                <a:latin typeface="Times New Roman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/>
                <a:cs typeface="Times New Roman" panose="02020603050405020304" pitchFamily="18" charset="0"/>
              </a:rPr>
              <a:t>Must start with a letter or an underscore character</a:t>
            </a:r>
          </a:p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86199" y="4345147"/>
            <a:ext cx="23749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/>
                <a:ea typeface="+mn-lt"/>
                <a:cs typeface="Times New Roman" panose="02020603050405020304" pitchFamily="18" charset="0"/>
              </a:rPr>
              <a:t>&lt;?</a:t>
            </a:r>
            <a:r>
              <a:rPr lang="en-US" dirty="0" err="1">
                <a:latin typeface="Times New Roman"/>
                <a:ea typeface="+mn-lt"/>
                <a:cs typeface="Times New Roman" panose="02020603050405020304" pitchFamily="18" charset="0"/>
              </a:rPr>
              <a:t>php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ea typeface="+mn-lt"/>
                <a:cs typeface="Times New Roman" panose="02020603050405020304" pitchFamily="18" charset="0"/>
              </a:rPr>
              <a:t>$_txt = "Hey..there";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ea typeface="+mn-lt"/>
                <a:cs typeface="Times New Roman" panose="02020603050405020304" pitchFamily="18" charset="0"/>
              </a:rPr>
              <a:t>echo "Hello " . $_txt . "!";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ea typeface="+mn-lt"/>
                <a:cs typeface="Times New Roman" panose="02020603050405020304" pitchFamily="18" charset="0"/>
              </a:rPr>
              <a:t>?&gt;</a:t>
            </a:r>
            <a:endParaRPr lang="en-US" dirty="0">
              <a:latin typeface="Times New Roman"/>
              <a:cs typeface="Times New Roman"/>
            </a:endParaRPr>
          </a:p>
          <a:p>
            <a:endParaRPr lang="en-US" dirty="0">
              <a:latin typeface="Times New Roman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15249" y="4231428"/>
            <a:ext cx="2683809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/>
                <a:ea typeface="+mn-lt"/>
                <a:cs typeface="Times New Roman" panose="02020603050405020304" pitchFamily="18" charset="0"/>
              </a:rPr>
              <a:t>Output</a:t>
            </a:r>
          </a:p>
          <a:p>
            <a:endParaRPr lang="en-US" sz="2000" b="1" dirty="0">
              <a:latin typeface="Times New Roman"/>
              <a:ea typeface="+mn-lt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/>
                <a:ea typeface="+mn-lt"/>
                <a:cs typeface="Times New Roman" panose="02020603050405020304" pitchFamily="18" charset="0"/>
              </a:rPr>
              <a:t>Hello Hey..there!</a:t>
            </a:r>
            <a:endParaRPr lang="en-US" dirty="0">
              <a:latin typeface="Times New Roman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813" y="800613"/>
            <a:ext cx="2947482" cy="4601183"/>
          </a:xfrm>
        </p:spPr>
        <p:txBody>
          <a:bodyPr/>
          <a:lstStyle/>
          <a:p>
            <a:pPr algn="ctr"/>
            <a:r>
              <a:rPr lang="en-US" sz="4400" b="1" dirty="0">
                <a:latin typeface="Times New Roman"/>
                <a:cs typeface="Times New Roman" panose="02020603050405020304" pitchFamily="18" charset="0"/>
              </a:rPr>
              <a:t>Rules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3747246" y="562536"/>
            <a:ext cx="772757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400" dirty="0">
                <a:latin typeface="Times New Roman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/>
                <a:cs typeface="Times New Roman" panose="02020603050405020304" pitchFamily="18" charset="0"/>
              </a:rPr>
              <a:t>Can only contain alphanumeric characters and underscores.</a:t>
            </a:r>
            <a:r>
              <a:rPr lang="en-US" sz="2400" b="1" dirty="0">
                <a:latin typeface="Times New Roman"/>
                <a:ea typeface="+mn-lt"/>
                <a:cs typeface="Times New Roman" panose="02020603050405020304" pitchFamily="18" charset="0"/>
              </a:rPr>
              <a:t>(A-z, 0-9, and _ )</a:t>
            </a:r>
            <a:endParaRPr lang="en-US" sz="2400" b="1" dirty="0">
              <a:latin typeface="Times New Roman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§"/>
            </a:pPr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80329" y="1909802"/>
            <a:ext cx="2311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/>
                <a:ea typeface="+mn-lt"/>
                <a:cs typeface="Times New Roman" panose="02020603050405020304" pitchFamily="18" charset="0"/>
              </a:rPr>
              <a:t>&lt;?</a:t>
            </a:r>
            <a:r>
              <a:rPr lang="en-US" dirty="0" err="1">
                <a:latin typeface="Times New Roman"/>
                <a:ea typeface="+mn-lt"/>
                <a:cs typeface="Times New Roman" panose="02020603050405020304" pitchFamily="18" charset="0"/>
              </a:rPr>
              <a:t>php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ea typeface="+mn-lt"/>
                <a:cs typeface="Times New Roman" panose="02020603050405020304" pitchFamily="18" charset="0"/>
              </a:rPr>
              <a:t>$name56_7="Hey";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ea typeface="+mn-lt"/>
                <a:cs typeface="Times New Roman" panose="02020603050405020304" pitchFamily="18" charset="0"/>
              </a:rPr>
              <a:t>echo"$name56_7";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ea typeface="+mn-lt"/>
                <a:cs typeface="Times New Roman" panose="02020603050405020304" pitchFamily="18" charset="0"/>
              </a:rPr>
              <a:t>?&gt;</a:t>
            </a:r>
            <a:endParaRPr lang="en-US" dirty="0">
              <a:latin typeface="Times New Roman"/>
              <a:cs typeface="Times New Roman"/>
            </a:endParaRPr>
          </a:p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11034" y="1964035"/>
            <a:ext cx="195580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/>
                <a:cs typeface="Times New Roman" panose="02020603050405020304" pitchFamily="18" charset="0"/>
              </a:rPr>
              <a:t>Output</a:t>
            </a:r>
          </a:p>
          <a:p>
            <a:endParaRPr lang="en-US" sz="2000" b="1" dirty="0">
              <a:latin typeface="Times New Roman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/>
                <a:cs typeface="Times New Roman" panose="02020603050405020304" pitchFamily="18" charset="0"/>
              </a:rPr>
              <a:t>Hey</a:t>
            </a:r>
            <a:endParaRPr lang="en-US" dirty="0">
              <a:latin typeface="Times New Roman"/>
              <a:cs typeface="Times New Roman"/>
            </a:endParaRPr>
          </a:p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747246" y="3680633"/>
            <a:ext cx="764689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sz="2400" b="1" dirty="0">
                <a:latin typeface="Times New Roman"/>
                <a:ea typeface="+mn-lt"/>
                <a:cs typeface="Times New Roman" panose="02020603050405020304" pitchFamily="18" charset="0"/>
              </a:rPr>
              <a:t>Variable names are case-sensitive 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sz="2000" b="1" dirty="0">
              <a:latin typeface="Times New Roman"/>
              <a:ea typeface="+mn-lt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/>
                <a:ea typeface="+mn-lt"/>
                <a:cs typeface="Times New Roman" panose="02020603050405020304" pitchFamily="18" charset="0"/>
              </a:rPr>
              <a:t>	Example: 	</a:t>
            </a:r>
          </a:p>
          <a:p>
            <a:r>
              <a:rPr lang="en-US" sz="2000" b="1" dirty="0">
                <a:latin typeface="Times New Roman"/>
                <a:ea typeface="+mn-lt"/>
                <a:cs typeface="Times New Roman" panose="02020603050405020304" pitchFamily="18" charset="0"/>
              </a:rPr>
              <a:t>	</a:t>
            </a:r>
            <a:r>
              <a:rPr lang="en-US" sz="2000" dirty="0">
                <a:latin typeface="Times New Roman"/>
                <a:cs typeface="Times New Roman" panose="02020603050405020304" pitchFamily="18" charset="0"/>
              </a:rPr>
              <a:t>$</a:t>
            </a:r>
            <a:r>
              <a:rPr lang="en-US" sz="2000" dirty="0">
                <a:latin typeface="Times New Roman"/>
                <a:ea typeface="+mn-lt"/>
                <a:cs typeface="Times New Roman" panose="02020603050405020304" pitchFamily="18" charset="0"/>
              </a:rPr>
              <a:t>address, </a:t>
            </a:r>
            <a:r>
              <a:rPr lang="en-US" sz="2000" dirty="0">
                <a:latin typeface="Times New Roman"/>
                <a:cs typeface="Times New Roman" panose="02020603050405020304" pitchFamily="18" charset="0"/>
              </a:rPr>
              <a:t>$</a:t>
            </a:r>
            <a:r>
              <a:rPr lang="en-US" sz="2000" dirty="0" err="1">
                <a:latin typeface="Times New Roman"/>
                <a:cs typeface="Times New Roman" panose="02020603050405020304" pitchFamily="18" charset="0"/>
              </a:rPr>
              <a:t>aDdress</a:t>
            </a:r>
            <a:r>
              <a:rPr lang="en-US" sz="2000" dirty="0">
                <a:latin typeface="Times New Roman"/>
                <a:cs typeface="Times New Roman" panose="02020603050405020304" pitchFamily="18" charset="0"/>
              </a:rPr>
              <a:t>,</a:t>
            </a:r>
            <a:r>
              <a:rPr lang="en-US" sz="2000" dirty="0">
                <a:latin typeface="Times New Roman"/>
                <a:ea typeface="+mn-lt"/>
                <a:cs typeface="Times New Roman" panose="02020603050405020304" pitchFamily="18" charset="0"/>
              </a:rPr>
              <a:t> $Address are different variables</a:t>
            </a:r>
            <a:endParaRPr lang="en-US" sz="2000" dirty="0">
              <a:latin typeface="Times New Roman"/>
              <a:cs typeface="Times New Roman" panose="02020603050405020304" pitchFamily="18" charset="0"/>
            </a:endParaRPr>
          </a:p>
          <a:p>
            <a:pPr marL="285750" indent="-285750">
              <a:buFont typeface="Courier New"/>
              <a:buChar char="o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742" y="756283"/>
            <a:ext cx="2947482" cy="4601183"/>
          </a:xfrm>
        </p:spPr>
        <p:txBody>
          <a:bodyPr/>
          <a:lstStyle/>
          <a:p>
            <a:pPr algn="ctr"/>
            <a:r>
              <a:rPr lang="en-US" b="1" dirty="0"/>
              <a:t>PHP Loops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22699" y="756283"/>
            <a:ext cx="7480300" cy="4182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5080" algn="just">
              <a:lnSpc>
                <a:spcPct val="103499"/>
              </a:lnSpc>
              <a:spcBef>
                <a:spcPts val="790"/>
              </a:spcBef>
            </a:pPr>
            <a:r>
              <a:rPr lang="en-US" sz="2400" dirty="0">
                <a:latin typeface="Times New Roman"/>
                <a:cs typeface="Times New Roman"/>
              </a:rPr>
              <a:t>       </a:t>
            </a:r>
          </a:p>
          <a:p>
            <a:pPr marL="12700" marR="5080" algn="just">
              <a:lnSpc>
                <a:spcPct val="103499"/>
              </a:lnSpc>
              <a:spcBef>
                <a:spcPts val="790"/>
              </a:spcBef>
            </a:pPr>
            <a:r>
              <a:rPr lang="en-US" sz="2400" dirty="0">
                <a:latin typeface="Times New Roman"/>
                <a:cs typeface="Times New Roman"/>
              </a:rPr>
              <a:t>          </a:t>
            </a:r>
            <a:r>
              <a:rPr lang="en-US" sz="2000" b="1" dirty="0">
                <a:latin typeface="Times New Roman"/>
                <a:cs typeface="Times New Roman"/>
              </a:rPr>
              <a:t>L</a:t>
            </a:r>
            <a:r>
              <a:rPr lang="en-US" sz="2000" b="1" spc="-10" dirty="0">
                <a:latin typeface="Times New Roman"/>
                <a:cs typeface="Times New Roman"/>
              </a:rPr>
              <a:t>o</a:t>
            </a:r>
            <a:r>
              <a:rPr lang="en-US" sz="2000" b="1" dirty="0">
                <a:latin typeface="Times New Roman"/>
                <a:cs typeface="Times New Roman"/>
              </a:rPr>
              <a:t>o</a:t>
            </a:r>
            <a:r>
              <a:rPr lang="en-US" sz="2000" b="1" spc="10" dirty="0">
                <a:latin typeface="Times New Roman"/>
                <a:cs typeface="Times New Roman"/>
              </a:rPr>
              <a:t>p</a:t>
            </a:r>
            <a:r>
              <a:rPr lang="en-US" sz="2000" b="1" dirty="0">
                <a:latin typeface="Times New Roman"/>
                <a:cs typeface="Times New Roman"/>
              </a:rPr>
              <a:t>s</a:t>
            </a:r>
            <a:r>
              <a:rPr lang="en-US" sz="2000" spc="-1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are us</a:t>
            </a:r>
            <a:r>
              <a:rPr lang="en-US" spc="-15" dirty="0">
                <a:latin typeface="Times New Roman"/>
                <a:cs typeface="Times New Roman"/>
              </a:rPr>
              <a:t>e</a:t>
            </a:r>
            <a:r>
              <a:rPr lang="en-US" dirty="0">
                <a:latin typeface="Times New Roman"/>
                <a:cs typeface="Times New Roman"/>
              </a:rPr>
              <a:t>d </a:t>
            </a:r>
            <a:r>
              <a:rPr lang="en-US" spc="-10" dirty="0">
                <a:latin typeface="Times New Roman"/>
                <a:cs typeface="Times New Roman"/>
              </a:rPr>
              <a:t>t</a:t>
            </a:r>
            <a:r>
              <a:rPr lang="en-US" dirty="0">
                <a:latin typeface="Times New Roman"/>
                <a:cs typeface="Times New Roman"/>
              </a:rPr>
              <a:t>o</a:t>
            </a:r>
            <a:r>
              <a:rPr lang="en-US" spc="5" dirty="0">
                <a:latin typeface="Times New Roman"/>
                <a:cs typeface="Times New Roman"/>
              </a:rPr>
              <a:t> </a:t>
            </a:r>
            <a:r>
              <a:rPr lang="en-US" spc="-15" dirty="0">
                <a:latin typeface="Times New Roman"/>
                <a:cs typeface="Times New Roman"/>
              </a:rPr>
              <a:t>e</a:t>
            </a:r>
            <a:r>
              <a:rPr lang="en-US" dirty="0">
                <a:latin typeface="Times New Roman"/>
                <a:cs typeface="Times New Roman"/>
              </a:rPr>
              <a:t>xec</a:t>
            </a:r>
            <a:r>
              <a:rPr lang="en-US" spc="5" dirty="0">
                <a:latin typeface="Times New Roman"/>
                <a:cs typeface="Times New Roman"/>
              </a:rPr>
              <a:t>u</a:t>
            </a:r>
            <a:r>
              <a:rPr lang="en-US" dirty="0">
                <a:latin typeface="Times New Roman"/>
                <a:cs typeface="Times New Roman"/>
              </a:rPr>
              <a:t>te</a:t>
            </a:r>
            <a:r>
              <a:rPr lang="en-US" spc="-5" dirty="0">
                <a:latin typeface="Times New Roman"/>
                <a:cs typeface="Times New Roman"/>
              </a:rPr>
              <a:t> </a:t>
            </a:r>
            <a:r>
              <a:rPr lang="en-US" spc="-15" dirty="0">
                <a:latin typeface="Times New Roman"/>
                <a:cs typeface="Times New Roman"/>
              </a:rPr>
              <a:t>t</a:t>
            </a:r>
            <a:r>
              <a:rPr lang="en-US" dirty="0">
                <a:latin typeface="Times New Roman"/>
                <a:cs typeface="Times New Roman"/>
              </a:rPr>
              <a:t>he s</a:t>
            </a:r>
            <a:r>
              <a:rPr lang="en-US" spc="-10" dirty="0">
                <a:latin typeface="Times New Roman"/>
                <a:cs typeface="Times New Roman"/>
              </a:rPr>
              <a:t>a</a:t>
            </a:r>
            <a:r>
              <a:rPr lang="en-US" spc="-25" dirty="0">
                <a:latin typeface="Times New Roman"/>
                <a:cs typeface="Times New Roman"/>
              </a:rPr>
              <a:t>m</a:t>
            </a:r>
            <a:r>
              <a:rPr lang="en-US" dirty="0">
                <a:latin typeface="Times New Roman"/>
                <a:cs typeface="Times New Roman"/>
              </a:rPr>
              <a:t>e </a:t>
            </a:r>
            <a:r>
              <a:rPr lang="en-US" spc="5" dirty="0">
                <a:latin typeface="Times New Roman"/>
                <a:cs typeface="Times New Roman"/>
              </a:rPr>
              <a:t>b</a:t>
            </a:r>
            <a:r>
              <a:rPr lang="en-US" dirty="0">
                <a:latin typeface="Times New Roman"/>
                <a:cs typeface="Times New Roman"/>
              </a:rPr>
              <a:t>lock of</a:t>
            </a:r>
            <a:r>
              <a:rPr lang="en-US" spc="-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co</a:t>
            </a:r>
            <a:r>
              <a:rPr lang="en-US" spc="5" dirty="0">
                <a:latin typeface="Times New Roman"/>
                <a:cs typeface="Times New Roman"/>
              </a:rPr>
              <a:t>d</a:t>
            </a:r>
            <a:r>
              <a:rPr lang="en-US" dirty="0">
                <a:latin typeface="Times New Roman"/>
                <a:cs typeface="Times New Roman"/>
              </a:rPr>
              <a:t>e</a:t>
            </a:r>
            <a:r>
              <a:rPr lang="en-US" spc="-1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a</a:t>
            </a:r>
            <a:r>
              <a:rPr lang="en-US" spc="5" dirty="0">
                <a:latin typeface="Times New Roman"/>
                <a:cs typeface="Times New Roman"/>
              </a:rPr>
              <a:t>g</a:t>
            </a:r>
            <a:r>
              <a:rPr lang="en-US" dirty="0">
                <a:latin typeface="Times New Roman"/>
                <a:cs typeface="Times New Roman"/>
              </a:rPr>
              <a:t>a</a:t>
            </a:r>
            <a:r>
              <a:rPr lang="en-US" spc="-20" dirty="0">
                <a:latin typeface="Times New Roman"/>
                <a:cs typeface="Times New Roman"/>
              </a:rPr>
              <a:t>i</a:t>
            </a:r>
            <a:r>
              <a:rPr lang="en-US" dirty="0">
                <a:latin typeface="Times New Roman"/>
                <a:cs typeface="Times New Roman"/>
              </a:rPr>
              <a:t>n and aga</a:t>
            </a:r>
            <a:r>
              <a:rPr lang="en-US" spc="-15" dirty="0">
                <a:latin typeface="Times New Roman"/>
                <a:cs typeface="Times New Roman"/>
              </a:rPr>
              <a:t>i</a:t>
            </a:r>
            <a:r>
              <a:rPr lang="en-US" dirty="0">
                <a:latin typeface="Times New Roman"/>
                <a:cs typeface="Times New Roman"/>
              </a:rPr>
              <a:t>n,</a:t>
            </a:r>
            <a:r>
              <a:rPr lang="en-US" spc="5" dirty="0">
                <a:latin typeface="Times New Roman"/>
                <a:cs typeface="Times New Roman"/>
              </a:rPr>
              <a:t> </a:t>
            </a:r>
            <a:r>
              <a:rPr lang="en-US" spc="-10" dirty="0">
                <a:latin typeface="Times New Roman"/>
                <a:cs typeface="Times New Roman"/>
              </a:rPr>
              <a:t>a</a:t>
            </a:r>
            <a:r>
              <a:rPr lang="en-US" dirty="0">
                <a:latin typeface="Times New Roman"/>
                <a:cs typeface="Times New Roman"/>
              </a:rPr>
              <a:t>s </a:t>
            </a:r>
            <a:r>
              <a:rPr lang="en-US" spc="-15" dirty="0">
                <a:latin typeface="Times New Roman"/>
                <a:cs typeface="Times New Roman"/>
              </a:rPr>
              <a:t>l</a:t>
            </a:r>
            <a:r>
              <a:rPr lang="en-US" dirty="0">
                <a:latin typeface="Times New Roman"/>
                <a:cs typeface="Times New Roman"/>
              </a:rPr>
              <a:t>ong</a:t>
            </a:r>
            <a:r>
              <a:rPr lang="en-US" spc="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as</a:t>
            </a:r>
            <a:r>
              <a:rPr lang="en-US" spc="-1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a c</a:t>
            </a:r>
            <a:r>
              <a:rPr lang="en-US" spc="-15" dirty="0">
                <a:latin typeface="Times New Roman"/>
                <a:cs typeface="Times New Roman"/>
              </a:rPr>
              <a:t>e</a:t>
            </a:r>
            <a:r>
              <a:rPr lang="en-US" dirty="0">
                <a:latin typeface="Times New Roman"/>
                <a:cs typeface="Times New Roman"/>
              </a:rPr>
              <a:t>rta</a:t>
            </a:r>
            <a:r>
              <a:rPr lang="en-US" spc="-10" dirty="0">
                <a:latin typeface="Times New Roman"/>
                <a:cs typeface="Times New Roman"/>
              </a:rPr>
              <a:t>i</a:t>
            </a:r>
            <a:r>
              <a:rPr lang="en-US" dirty="0">
                <a:latin typeface="Times New Roman"/>
                <a:cs typeface="Times New Roman"/>
              </a:rPr>
              <a:t>n</a:t>
            </a:r>
            <a:r>
              <a:rPr lang="en-US" spc="5" dirty="0">
                <a:latin typeface="Times New Roman"/>
                <a:cs typeface="Times New Roman"/>
              </a:rPr>
              <a:t> </a:t>
            </a:r>
            <a:r>
              <a:rPr lang="en-US" spc="-15" dirty="0">
                <a:latin typeface="Times New Roman"/>
                <a:cs typeface="Times New Roman"/>
              </a:rPr>
              <a:t>c</a:t>
            </a:r>
            <a:r>
              <a:rPr lang="en-US" dirty="0">
                <a:latin typeface="Times New Roman"/>
                <a:cs typeface="Times New Roman"/>
              </a:rPr>
              <a:t>ondit</a:t>
            </a:r>
            <a:r>
              <a:rPr lang="en-US" spc="-10" dirty="0">
                <a:latin typeface="Times New Roman"/>
                <a:cs typeface="Times New Roman"/>
              </a:rPr>
              <a:t>i</a:t>
            </a:r>
            <a:r>
              <a:rPr lang="en-US" dirty="0">
                <a:latin typeface="Times New Roman"/>
                <a:cs typeface="Times New Roman"/>
              </a:rPr>
              <a:t>on is </a:t>
            </a:r>
            <a:r>
              <a:rPr lang="en-US" spc="-20" dirty="0">
                <a:latin typeface="Times New Roman"/>
                <a:cs typeface="Times New Roman"/>
              </a:rPr>
              <a:t>t</a:t>
            </a:r>
            <a:r>
              <a:rPr lang="en-US" dirty="0">
                <a:latin typeface="Times New Roman"/>
                <a:cs typeface="Times New Roman"/>
              </a:rPr>
              <a:t>r</a:t>
            </a:r>
            <a:r>
              <a:rPr lang="en-US" spc="5" dirty="0">
                <a:latin typeface="Times New Roman"/>
                <a:cs typeface="Times New Roman"/>
              </a:rPr>
              <a:t>u</a:t>
            </a:r>
            <a:r>
              <a:rPr lang="en-US" spc="-15" dirty="0">
                <a:latin typeface="Times New Roman"/>
                <a:cs typeface="Times New Roman"/>
              </a:rPr>
              <a:t>e</a:t>
            </a:r>
            <a:r>
              <a:rPr lang="en-US" dirty="0">
                <a:latin typeface="Times New Roman"/>
                <a:cs typeface="Times New Roman"/>
              </a:rPr>
              <a:t>.</a:t>
            </a:r>
          </a:p>
          <a:p>
            <a:pPr marL="12700" algn="just">
              <a:lnSpc>
                <a:spcPct val="100000"/>
              </a:lnSpc>
            </a:pPr>
            <a:endParaRPr lang="en-US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lang="en-US" dirty="0">
                <a:latin typeface="Times New Roman"/>
                <a:cs typeface="Times New Roman"/>
              </a:rPr>
              <a:t>In PHP,</a:t>
            </a:r>
            <a:r>
              <a:rPr lang="en-US" spc="-1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we h</a:t>
            </a:r>
            <a:r>
              <a:rPr lang="en-US" spc="-15" dirty="0">
                <a:latin typeface="Times New Roman"/>
                <a:cs typeface="Times New Roman"/>
              </a:rPr>
              <a:t>a</a:t>
            </a:r>
            <a:r>
              <a:rPr lang="en-US" dirty="0">
                <a:latin typeface="Times New Roman"/>
                <a:cs typeface="Times New Roman"/>
              </a:rPr>
              <a:t>ve</a:t>
            </a:r>
            <a:r>
              <a:rPr lang="en-US" spc="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the</a:t>
            </a:r>
            <a:r>
              <a:rPr lang="en-US" spc="-1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fol</a:t>
            </a:r>
            <a:r>
              <a:rPr lang="en-US" spc="-10" dirty="0">
                <a:latin typeface="Times New Roman"/>
                <a:cs typeface="Times New Roman"/>
              </a:rPr>
              <a:t>l</a:t>
            </a:r>
            <a:r>
              <a:rPr lang="en-US" dirty="0">
                <a:latin typeface="Times New Roman"/>
                <a:cs typeface="Times New Roman"/>
              </a:rPr>
              <a:t>owi</a:t>
            </a:r>
            <a:r>
              <a:rPr lang="en-US" spc="-15" dirty="0">
                <a:latin typeface="Times New Roman"/>
                <a:cs typeface="Times New Roman"/>
              </a:rPr>
              <a:t>n</a:t>
            </a:r>
            <a:r>
              <a:rPr lang="en-US" dirty="0">
                <a:latin typeface="Times New Roman"/>
                <a:cs typeface="Times New Roman"/>
              </a:rPr>
              <a:t>g</a:t>
            </a:r>
            <a:r>
              <a:rPr lang="en-US" spc="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l</a:t>
            </a:r>
            <a:r>
              <a:rPr lang="en-US" spc="-15" dirty="0">
                <a:latin typeface="Times New Roman"/>
                <a:cs typeface="Times New Roman"/>
              </a:rPr>
              <a:t>o</a:t>
            </a:r>
            <a:r>
              <a:rPr lang="en-US" dirty="0">
                <a:latin typeface="Times New Roman"/>
                <a:cs typeface="Times New Roman"/>
              </a:rPr>
              <a:t>op t</a:t>
            </a:r>
            <a:r>
              <a:rPr lang="en-US" spc="-10" dirty="0">
                <a:latin typeface="Times New Roman"/>
                <a:cs typeface="Times New Roman"/>
              </a:rPr>
              <a:t>y</a:t>
            </a:r>
            <a:r>
              <a:rPr lang="en-US" dirty="0">
                <a:latin typeface="Times New Roman"/>
                <a:cs typeface="Times New Roman"/>
              </a:rPr>
              <a:t>pes:</a:t>
            </a:r>
          </a:p>
          <a:p>
            <a:pPr marL="12700" algn="just">
              <a:lnSpc>
                <a:spcPct val="100000"/>
              </a:lnSpc>
            </a:pPr>
            <a:endParaRPr lang="en-US" dirty="0">
              <a:latin typeface="Times New Roman"/>
              <a:cs typeface="Times New Roman"/>
            </a:endParaRPr>
          </a:p>
          <a:p>
            <a:pPr marL="12700" marR="419734" algn="just">
              <a:lnSpc>
                <a:spcPct val="103600"/>
              </a:lnSpc>
              <a:spcBef>
                <a:spcPts val="800"/>
              </a:spcBef>
            </a:pPr>
            <a:r>
              <a:rPr lang="en-US" dirty="0">
                <a:solidFill>
                  <a:srgbClr val="DC133B"/>
                </a:solidFill>
                <a:latin typeface="Times New Roman"/>
                <a:cs typeface="Times New Roman"/>
              </a:rPr>
              <a:t>w</a:t>
            </a:r>
            <a:r>
              <a:rPr lang="en-US" spc="10" dirty="0">
                <a:solidFill>
                  <a:srgbClr val="DC133B"/>
                </a:solidFill>
                <a:latin typeface="Times New Roman"/>
                <a:cs typeface="Times New Roman"/>
              </a:rPr>
              <a:t>h</a:t>
            </a:r>
            <a:r>
              <a:rPr lang="en-US" dirty="0">
                <a:solidFill>
                  <a:srgbClr val="DC133B"/>
                </a:solidFill>
                <a:latin typeface="Times New Roman"/>
                <a:cs typeface="Times New Roman"/>
              </a:rPr>
              <a:t>i</a:t>
            </a:r>
            <a:r>
              <a:rPr lang="en-US" spc="-10" dirty="0">
                <a:solidFill>
                  <a:srgbClr val="DC133B"/>
                </a:solidFill>
                <a:latin typeface="Times New Roman"/>
                <a:cs typeface="Times New Roman"/>
              </a:rPr>
              <a:t>l</a:t>
            </a:r>
            <a:r>
              <a:rPr lang="en-US" dirty="0">
                <a:solidFill>
                  <a:srgbClr val="DC133B"/>
                </a:solidFill>
                <a:latin typeface="Times New Roman"/>
                <a:cs typeface="Times New Roman"/>
              </a:rPr>
              <a:t>e</a:t>
            </a:r>
            <a:r>
              <a:rPr lang="en-US" spc="-10" dirty="0">
                <a:solidFill>
                  <a:srgbClr val="DC133B"/>
                </a:solidFill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-</a:t>
            </a:r>
            <a:r>
              <a:rPr lang="en-US" spc="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l</a:t>
            </a:r>
            <a:r>
              <a:rPr lang="en-US" spc="-15" dirty="0">
                <a:latin typeface="Times New Roman"/>
                <a:cs typeface="Times New Roman"/>
              </a:rPr>
              <a:t>o</a:t>
            </a:r>
            <a:r>
              <a:rPr lang="en-US" dirty="0">
                <a:latin typeface="Times New Roman"/>
                <a:cs typeface="Times New Roman"/>
              </a:rPr>
              <a:t>ops </a:t>
            </a:r>
            <a:r>
              <a:rPr lang="en-US" spc="-15" dirty="0">
                <a:latin typeface="Times New Roman"/>
                <a:cs typeface="Times New Roman"/>
              </a:rPr>
              <a:t>t</a:t>
            </a:r>
            <a:r>
              <a:rPr lang="en-US" dirty="0">
                <a:latin typeface="Times New Roman"/>
                <a:cs typeface="Times New Roman"/>
              </a:rPr>
              <a:t>hrou</a:t>
            </a:r>
            <a:r>
              <a:rPr lang="en-US" spc="-10" dirty="0">
                <a:latin typeface="Times New Roman"/>
                <a:cs typeface="Times New Roman"/>
              </a:rPr>
              <a:t>g</a:t>
            </a:r>
            <a:r>
              <a:rPr lang="en-US" dirty="0">
                <a:latin typeface="Times New Roman"/>
                <a:cs typeface="Times New Roman"/>
              </a:rPr>
              <a:t>h</a:t>
            </a:r>
            <a:r>
              <a:rPr lang="en-US" spc="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a</a:t>
            </a:r>
            <a:r>
              <a:rPr lang="en-US" spc="-1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blo</a:t>
            </a:r>
            <a:r>
              <a:rPr lang="en-US" spc="-10" dirty="0">
                <a:latin typeface="Times New Roman"/>
                <a:cs typeface="Times New Roman"/>
              </a:rPr>
              <a:t>c</a:t>
            </a:r>
            <a:r>
              <a:rPr lang="en-US" dirty="0">
                <a:latin typeface="Times New Roman"/>
                <a:cs typeface="Times New Roman"/>
              </a:rPr>
              <a:t>k of c</a:t>
            </a:r>
            <a:r>
              <a:rPr lang="en-US" spc="-10" dirty="0">
                <a:latin typeface="Times New Roman"/>
                <a:cs typeface="Times New Roman"/>
              </a:rPr>
              <a:t>o</a:t>
            </a:r>
            <a:r>
              <a:rPr lang="en-US" dirty="0">
                <a:latin typeface="Times New Roman"/>
                <a:cs typeface="Times New Roman"/>
              </a:rPr>
              <a:t>de</a:t>
            </a:r>
            <a:r>
              <a:rPr lang="en-US" spc="-1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as l</a:t>
            </a:r>
            <a:r>
              <a:rPr lang="en-US" spc="-10" dirty="0">
                <a:latin typeface="Times New Roman"/>
                <a:cs typeface="Times New Roman"/>
              </a:rPr>
              <a:t>o</a:t>
            </a:r>
            <a:r>
              <a:rPr lang="en-US" dirty="0">
                <a:latin typeface="Times New Roman"/>
                <a:cs typeface="Times New Roman"/>
              </a:rPr>
              <a:t>ng as </a:t>
            </a:r>
            <a:r>
              <a:rPr lang="en-US" spc="-15" dirty="0">
                <a:latin typeface="Times New Roman"/>
                <a:cs typeface="Times New Roman"/>
              </a:rPr>
              <a:t>t</a:t>
            </a:r>
            <a:r>
              <a:rPr lang="en-US" dirty="0">
                <a:latin typeface="Times New Roman"/>
                <a:cs typeface="Times New Roman"/>
              </a:rPr>
              <a:t>he spec</a:t>
            </a:r>
            <a:r>
              <a:rPr lang="en-US" spc="-10" dirty="0">
                <a:latin typeface="Times New Roman"/>
                <a:cs typeface="Times New Roman"/>
              </a:rPr>
              <a:t>i</a:t>
            </a:r>
            <a:r>
              <a:rPr lang="en-US" dirty="0">
                <a:latin typeface="Times New Roman"/>
                <a:cs typeface="Times New Roman"/>
              </a:rPr>
              <a:t>fied</a:t>
            </a:r>
            <a:r>
              <a:rPr lang="en-US" spc="-1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co</a:t>
            </a:r>
            <a:r>
              <a:rPr lang="en-US" spc="-10" dirty="0">
                <a:latin typeface="Times New Roman"/>
                <a:cs typeface="Times New Roman"/>
              </a:rPr>
              <a:t>n</a:t>
            </a:r>
            <a:r>
              <a:rPr lang="en-US" dirty="0">
                <a:latin typeface="Times New Roman"/>
                <a:cs typeface="Times New Roman"/>
              </a:rPr>
              <a:t>dit</a:t>
            </a:r>
            <a:r>
              <a:rPr lang="en-US" spc="-10" dirty="0">
                <a:latin typeface="Times New Roman"/>
                <a:cs typeface="Times New Roman"/>
              </a:rPr>
              <a:t>i</a:t>
            </a:r>
            <a:r>
              <a:rPr lang="en-US" dirty="0">
                <a:latin typeface="Times New Roman"/>
                <a:cs typeface="Times New Roman"/>
              </a:rPr>
              <a:t>on</a:t>
            </a:r>
            <a:r>
              <a:rPr lang="en-US" spc="1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is t</a:t>
            </a:r>
            <a:r>
              <a:rPr lang="en-US" spc="-15" dirty="0">
                <a:latin typeface="Times New Roman"/>
                <a:cs typeface="Times New Roman"/>
              </a:rPr>
              <a:t>r</a:t>
            </a:r>
            <a:r>
              <a:rPr lang="en-US" dirty="0">
                <a:latin typeface="Times New Roman"/>
                <a:cs typeface="Times New Roman"/>
              </a:rPr>
              <a:t>ue</a:t>
            </a:r>
          </a:p>
          <a:p>
            <a:pPr marL="12700" marR="109220" algn="just">
              <a:lnSpc>
                <a:spcPct val="103499"/>
              </a:lnSpc>
              <a:spcBef>
                <a:spcPts val="790"/>
              </a:spcBef>
            </a:pPr>
            <a:r>
              <a:rPr lang="en-US" dirty="0">
                <a:solidFill>
                  <a:srgbClr val="DC133B"/>
                </a:solidFill>
                <a:latin typeface="Times New Roman"/>
                <a:cs typeface="Times New Roman"/>
              </a:rPr>
              <a:t>do...</a:t>
            </a:r>
            <a:r>
              <a:rPr lang="en-US" spc="-10" dirty="0">
                <a:solidFill>
                  <a:srgbClr val="DC133B"/>
                </a:solidFill>
                <a:latin typeface="Times New Roman"/>
                <a:cs typeface="Times New Roman"/>
              </a:rPr>
              <a:t>w</a:t>
            </a:r>
            <a:r>
              <a:rPr lang="en-US" dirty="0">
                <a:solidFill>
                  <a:srgbClr val="DC133B"/>
                </a:solidFill>
                <a:latin typeface="Times New Roman"/>
                <a:cs typeface="Times New Roman"/>
              </a:rPr>
              <a:t>hile</a:t>
            </a:r>
            <a:r>
              <a:rPr lang="en-US" spc="-5" dirty="0">
                <a:solidFill>
                  <a:srgbClr val="DC133B"/>
                </a:solidFill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-</a:t>
            </a:r>
            <a:r>
              <a:rPr lang="en-US" spc="10" dirty="0">
                <a:latin typeface="Times New Roman"/>
                <a:cs typeface="Times New Roman"/>
              </a:rPr>
              <a:t> </a:t>
            </a:r>
            <a:r>
              <a:rPr lang="en-US" spc="-20" dirty="0">
                <a:latin typeface="Times New Roman"/>
                <a:cs typeface="Times New Roman"/>
              </a:rPr>
              <a:t>l</a:t>
            </a:r>
            <a:r>
              <a:rPr lang="en-US" dirty="0">
                <a:latin typeface="Times New Roman"/>
                <a:cs typeface="Times New Roman"/>
              </a:rPr>
              <a:t>oops</a:t>
            </a:r>
            <a:r>
              <a:rPr lang="en-US" spc="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t</a:t>
            </a:r>
            <a:r>
              <a:rPr lang="en-US" spc="-10" dirty="0">
                <a:latin typeface="Times New Roman"/>
                <a:cs typeface="Times New Roman"/>
              </a:rPr>
              <a:t>hr</a:t>
            </a:r>
            <a:r>
              <a:rPr lang="en-US" dirty="0">
                <a:latin typeface="Times New Roman"/>
                <a:cs typeface="Times New Roman"/>
              </a:rPr>
              <a:t>ough a</a:t>
            </a:r>
            <a:r>
              <a:rPr lang="en-US" spc="-1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b</a:t>
            </a:r>
            <a:r>
              <a:rPr lang="en-US" spc="-15" dirty="0">
                <a:latin typeface="Times New Roman"/>
                <a:cs typeface="Times New Roman"/>
              </a:rPr>
              <a:t>l</a:t>
            </a:r>
            <a:r>
              <a:rPr lang="en-US" dirty="0">
                <a:latin typeface="Times New Roman"/>
                <a:cs typeface="Times New Roman"/>
              </a:rPr>
              <a:t>ock of </a:t>
            </a:r>
            <a:r>
              <a:rPr lang="en-US" spc="-10" dirty="0">
                <a:latin typeface="Times New Roman"/>
                <a:cs typeface="Times New Roman"/>
              </a:rPr>
              <a:t>c</a:t>
            </a:r>
            <a:r>
              <a:rPr lang="en-US" dirty="0">
                <a:latin typeface="Times New Roman"/>
                <a:cs typeface="Times New Roman"/>
              </a:rPr>
              <a:t>ode</a:t>
            </a:r>
            <a:r>
              <a:rPr lang="en-US" spc="-1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once, and then r</a:t>
            </a:r>
            <a:r>
              <a:rPr lang="en-US" spc="-15" dirty="0">
                <a:latin typeface="Times New Roman"/>
                <a:cs typeface="Times New Roman"/>
              </a:rPr>
              <a:t>e</a:t>
            </a:r>
            <a:r>
              <a:rPr lang="en-US" dirty="0">
                <a:latin typeface="Times New Roman"/>
                <a:cs typeface="Times New Roman"/>
              </a:rPr>
              <a:t>peats t</a:t>
            </a:r>
            <a:r>
              <a:rPr lang="en-US" spc="-10" dirty="0">
                <a:latin typeface="Times New Roman"/>
                <a:cs typeface="Times New Roman"/>
              </a:rPr>
              <a:t>h</a:t>
            </a:r>
            <a:r>
              <a:rPr lang="en-US" dirty="0">
                <a:latin typeface="Times New Roman"/>
                <a:cs typeface="Times New Roman"/>
              </a:rPr>
              <a:t>e loop </a:t>
            </a:r>
            <a:r>
              <a:rPr lang="en-US" spc="-10" dirty="0">
                <a:latin typeface="Times New Roman"/>
                <a:cs typeface="Times New Roman"/>
              </a:rPr>
              <a:t>a</a:t>
            </a:r>
            <a:r>
              <a:rPr lang="en-US" dirty="0">
                <a:latin typeface="Times New Roman"/>
                <a:cs typeface="Times New Roman"/>
              </a:rPr>
              <a:t>s l</a:t>
            </a:r>
            <a:r>
              <a:rPr lang="en-US" spc="-10" dirty="0">
                <a:latin typeface="Times New Roman"/>
                <a:cs typeface="Times New Roman"/>
              </a:rPr>
              <a:t>o</a:t>
            </a:r>
            <a:r>
              <a:rPr lang="en-US" dirty="0">
                <a:latin typeface="Times New Roman"/>
                <a:cs typeface="Times New Roman"/>
              </a:rPr>
              <a:t>ng</a:t>
            </a:r>
            <a:r>
              <a:rPr lang="en-US" spc="-1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as the </a:t>
            </a:r>
            <a:r>
              <a:rPr lang="en-US" spc="-10" dirty="0">
                <a:latin typeface="Times New Roman"/>
                <a:cs typeface="Times New Roman"/>
              </a:rPr>
              <a:t>s</a:t>
            </a:r>
            <a:r>
              <a:rPr lang="en-US" dirty="0">
                <a:latin typeface="Times New Roman"/>
                <a:cs typeface="Times New Roman"/>
              </a:rPr>
              <a:t>pecifi</a:t>
            </a:r>
            <a:r>
              <a:rPr lang="en-US" spc="-20" dirty="0">
                <a:latin typeface="Times New Roman"/>
                <a:cs typeface="Times New Roman"/>
              </a:rPr>
              <a:t>e</a:t>
            </a:r>
            <a:r>
              <a:rPr lang="en-US" dirty="0">
                <a:latin typeface="Times New Roman"/>
                <a:cs typeface="Times New Roman"/>
              </a:rPr>
              <a:t>d</a:t>
            </a:r>
            <a:r>
              <a:rPr lang="en-US" spc="5" dirty="0">
                <a:latin typeface="Times New Roman"/>
                <a:cs typeface="Times New Roman"/>
              </a:rPr>
              <a:t> </a:t>
            </a:r>
            <a:r>
              <a:rPr lang="en-US" spc="-15" dirty="0">
                <a:latin typeface="Times New Roman"/>
                <a:cs typeface="Times New Roman"/>
              </a:rPr>
              <a:t>c</a:t>
            </a:r>
            <a:r>
              <a:rPr lang="en-US" dirty="0">
                <a:latin typeface="Times New Roman"/>
                <a:cs typeface="Times New Roman"/>
              </a:rPr>
              <a:t>ondit</a:t>
            </a:r>
            <a:r>
              <a:rPr lang="en-US" spc="-10" dirty="0">
                <a:latin typeface="Times New Roman"/>
                <a:cs typeface="Times New Roman"/>
              </a:rPr>
              <a:t>i</a:t>
            </a:r>
            <a:r>
              <a:rPr lang="en-US" dirty="0">
                <a:latin typeface="Times New Roman"/>
                <a:cs typeface="Times New Roman"/>
              </a:rPr>
              <a:t>on is </a:t>
            </a:r>
            <a:r>
              <a:rPr lang="en-US" spc="-10" dirty="0">
                <a:latin typeface="Times New Roman"/>
                <a:cs typeface="Times New Roman"/>
              </a:rPr>
              <a:t>t</a:t>
            </a:r>
            <a:r>
              <a:rPr lang="en-US" dirty="0">
                <a:latin typeface="Times New Roman"/>
                <a:cs typeface="Times New Roman"/>
              </a:rPr>
              <a:t>r</a:t>
            </a:r>
            <a:r>
              <a:rPr lang="en-US" spc="5" dirty="0">
                <a:latin typeface="Times New Roman"/>
                <a:cs typeface="Times New Roman"/>
              </a:rPr>
              <a:t>u</a:t>
            </a:r>
            <a:r>
              <a:rPr lang="en-US" dirty="0">
                <a:latin typeface="Times New Roman"/>
                <a:cs typeface="Times New Roman"/>
              </a:rPr>
              <a:t>e</a:t>
            </a:r>
          </a:p>
          <a:p>
            <a:pPr marL="12700" marR="132080" algn="just">
              <a:lnSpc>
                <a:spcPct val="103499"/>
              </a:lnSpc>
              <a:spcBef>
                <a:spcPts val="790"/>
              </a:spcBef>
            </a:pPr>
            <a:r>
              <a:rPr lang="en-US" dirty="0">
                <a:solidFill>
                  <a:srgbClr val="DC133B"/>
                </a:solidFill>
                <a:latin typeface="Times New Roman"/>
                <a:cs typeface="Times New Roman"/>
              </a:rPr>
              <a:t>for</a:t>
            </a:r>
            <a:r>
              <a:rPr lang="en-US" spc="5" dirty="0">
                <a:solidFill>
                  <a:srgbClr val="DC133B"/>
                </a:solidFill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-</a:t>
            </a:r>
            <a:r>
              <a:rPr lang="en-US" spc="-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l</a:t>
            </a:r>
            <a:r>
              <a:rPr lang="en-US" spc="-15" dirty="0">
                <a:latin typeface="Times New Roman"/>
                <a:cs typeface="Times New Roman"/>
              </a:rPr>
              <a:t>o</a:t>
            </a:r>
            <a:r>
              <a:rPr lang="en-US" dirty="0">
                <a:latin typeface="Times New Roman"/>
                <a:cs typeface="Times New Roman"/>
              </a:rPr>
              <a:t>ops t</a:t>
            </a:r>
            <a:r>
              <a:rPr lang="en-US" spc="-10" dirty="0">
                <a:latin typeface="Times New Roman"/>
                <a:cs typeface="Times New Roman"/>
              </a:rPr>
              <a:t>h</a:t>
            </a:r>
            <a:r>
              <a:rPr lang="en-US" dirty="0">
                <a:latin typeface="Times New Roman"/>
                <a:cs typeface="Times New Roman"/>
              </a:rPr>
              <a:t>rough</a:t>
            </a:r>
            <a:r>
              <a:rPr lang="en-US" spc="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a</a:t>
            </a:r>
            <a:r>
              <a:rPr lang="en-US" spc="-15" dirty="0">
                <a:latin typeface="Times New Roman"/>
                <a:cs typeface="Times New Roman"/>
              </a:rPr>
              <a:t> </a:t>
            </a:r>
            <a:r>
              <a:rPr lang="en-US" spc="5" dirty="0">
                <a:latin typeface="Times New Roman"/>
                <a:cs typeface="Times New Roman"/>
              </a:rPr>
              <a:t>b</a:t>
            </a:r>
            <a:r>
              <a:rPr lang="en-US" spc="-20" dirty="0">
                <a:latin typeface="Times New Roman"/>
                <a:cs typeface="Times New Roman"/>
              </a:rPr>
              <a:t>l</a:t>
            </a:r>
            <a:r>
              <a:rPr lang="en-US" dirty="0">
                <a:latin typeface="Times New Roman"/>
                <a:cs typeface="Times New Roman"/>
              </a:rPr>
              <a:t>ock of</a:t>
            </a:r>
            <a:r>
              <a:rPr lang="en-US" spc="-1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co</a:t>
            </a:r>
            <a:r>
              <a:rPr lang="en-US" spc="5" dirty="0">
                <a:latin typeface="Times New Roman"/>
                <a:cs typeface="Times New Roman"/>
              </a:rPr>
              <a:t>d</a:t>
            </a:r>
            <a:r>
              <a:rPr lang="en-US" dirty="0">
                <a:latin typeface="Times New Roman"/>
                <a:cs typeface="Times New Roman"/>
              </a:rPr>
              <a:t>e</a:t>
            </a:r>
            <a:r>
              <a:rPr lang="en-US" spc="-1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a </a:t>
            </a:r>
            <a:r>
              <a:rPr lang="en-US" spc="-10" dirty="0">
                <a:latin typeface="Times New Roman"/>
                <a:cs typeface="Times New Roman"/>
              </a:rPr>
              <a:t>s</a:t>
            </a:r>
            <a:r>
              <a:rPr lang="en-US" dirty="0">
                <a:latin typeface="Times New Roman"/>
                <a:cs typeface="Times New Roman"/>
              </a:rPr>
              <a:t>pecifi</a:t>
            </a:r>
            <a:r>
              <a:rPr lang="en-US" spc="-20" dirty="0">
                <a:latin typeface="Times New Roman"/>
                <a:cs typeface="Times New Roman"/>
              </a:rPr>
              <a:t>e</a:t>
            </a:r>
            <a:r>
              <a:rPr lang="en-US" dirty="0">
                <a:latin typeface="Times New Roman"/>
                <a:cs typeface="Times New Roman"/>
              </a:rPr>
              <a:t>d n</a:t>
            </a:r>
            <a:r>
              <a:rPr lang="en-US" spc="5" dirty="0">
                <a:latin typeface="Times New Roman"/>
                <a:cs typeface="Times New Roman"/>
              </a:rPr>
              <a:t>u</a:t>
            </a:r>
            <a:r>
              <a:rPr lang="en-US" spc="-25" dirty="0">
                <a:latin typeface="Times New Roman"/>
                <a:cs typeface="Times New Roman"/>
              </a:rPr>
              <a:t>m</a:t>
            </a:r>
            <a:r>
              <a:rPr lang="en-US" dirty="0">
                <a:latin typeface="Times New Roman"/>
                <a:cs typeface="Times New Roman"/>
              </a:rPr>
              <a:t>ber of</a:t>
            </a:r>
            <a:r>
              <a:rPr lang="en-US" spc="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t</a:t>
            </a:r>
            <a:r>
              <a:rPr lang="en-US" spc="-10" dirty="0">
                <a:latin typeface="Times New Roman"/>
                <a:cs typeface="Times New Roman"/>
              </a:rPr>
              <a:t>i</a:t>
            </a:r>
            <a:r>
              <a:rPr lang="en-US" spc="-25" dirty="0">
                <a:latin typeface="Times New Roman"/>
                <a:cs typeface="Times New Roman"/>
              </a:rPr>
              <a:t>m</a:t>
            </a:r>
            <a:r>
              <a:rPr lang="en-US" dirty="0">
                <a:latin typeface="Times New Roman"/>
                <a:cs typeface="Times New Roman"/>
              </a:rPr>
              <a:t>es</a:t>
            </a:r>
          </a:p>
          <a:p>
            <a:pPr marL="12700" marR="773430" algn="just">
              <a:lnSpc>
                <a:spcPct val="103000"/>
              </a:lnSpc>
              <a:spcBef>
                <a:spcPts val="815"/>
              </a:spcBef>
            </a:pPr>
            <a:r>
              <a:rPr lang="en-US" dirty="0">
                <a:solidFill>
                  <a:srgbClr val="DC133B"/>
                </a:solidFill>
                <a:latin typeface="Times New Roman"/>
                <a:cs typeface="Times New Roman"/>
              </a:rPr>
              <a:t>For each</a:t>
            </a:r>
            <a:r>
              <a:rPr lang="en-US" spc="-5" dirty="0">
                <a:solidFill>
                  <a:srgbClr val="DC133B"/>
                </a:solidFill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-</a:t>
            </a:r>
            <a:r>
              <a:rPr lang="en-US" spc="-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l</a:t>
            </a:r>
            <a:r>
              <a:rPr lang="en-US" spc="-15" dirty="0">
                <a:latin typeface="Times New Roman"/>
                <a:cs typeface="Times New Roman"/>
              </a:rPr>
              <a:t>o</a:t>
            </a:r>
            <a:r>
              <a:rPr lang="en-US" dirty="0">
                <a:latin typeface="Times New Roman"/>
                <a:cs typeface="Times New Roman"/>
              </a:rPr>
              <a:t>o</a:t>
            </a:r>
            <a:r>
              <a:rPr lang="en-US" spc="10" dirty="0">
                <a:latin typeface="Times New Roman"/>
                <a:cs typeface="Times New Roman"/>
              </a:rPr>
              <a:t>p</a:t>
            </a:r>
            <a:r>
              <a:rPr lang="en-US" dirty="0">
                <a:latin typeface="Times New Roman"/>
                <a:cs typeface="Times New Roman"/>
              </a:rPr>
              <a:t>s</a:t>
            </a:r>
            <a:r>
              <a:rPr lang="en-US" spc="-1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throu</a:t>
            </a:r>
            <a:r>
              <a:rPr lang="en-US" spc="-10" dirty="0">
                <a:latin typeface="Times New Roman"/>
                <a:cs typeface="Times New Roman"/>
              </a:rPr>
              <a:t>g</a:t>
            </a:r>
            <a:r>
              <a:rPr lang="en-US" dirty="0">
                <a:latin typeface="Times New Roman"/>
                <a:cs typeface="Times New Roman"/>
              </a:rPr>
              <a:t>h</a:t>
            </a:r>
            <a:r>
              <a:rPr lang="en-US" spc="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a</a:t>
            </a:r>
            <a:r>
              <a:rPr lang="en-US" spc="-1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b</a:t>
            </a:r>
            <a:r>
              <a:rPr lang="en-US" spc="-15" dirty="0">
                <a:latin typeface="Times New Roman"/>
                <a:cs typeface="Times New Roman"/>
              </a:rPr>
              <a:t>l</a:t>
            </a:r>
            <a:r>
              <a:rPr lang="en-US" dirty="0">
                <a:latin typeface="Times New Roman"/>
                <a:cs typeface="Times New Roman"/>
              </a:rPr>
              <a:t>o</a:t>
            </a:r>
            <a:r>
              <a:rPr lang="en-US" spc="-10" dirty="0">
                <a:latin typeface="Times New Roman"/>
                <a:cs typeface="Times New Roman"/>
              </a:rPr>
              <a:t>c</a:t>
            </a:r>
            <a:r>
              <a:rPr lang="en-US" dirty="0">
                <a:latin typeface="Times New Roman"/>
                <a:cs typeface="Times New Roman"/>
              </a:rPr>
              <a:t>k of</a:t>
            </a:r>
            <a:r>
              <a:rPr lang="en-US" spc="5" dirty="0">
                <a:latin typeface="Times New Roman"/>
                <a:cs typeface="Times New Roman"/>
              </a:rPr>
              <a:t> </a:t>
            </a:r>
            <a:r>
              <a:rPr lang="en-US" spc="-10" dirty="0">
                <a:latin typeface="Times New Roman"/>
                <a:cs typeface="Times New Roman"/>
              </a:rPr>
              <a:t>c</a:t>
            </a:r>
            <a:r>
              <a:rPr lang="en-US" dirty="0">
                <a:latin typeface="Times New Roman"/>
                <a:cs typeface="Times New Roman"/>
              </a:rPr>
              <a:t>ode</a:t>
            </a:r>
            <a:r>
              <a:rPr lang="en-US" spc="-1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for</a:t>
            </a:r>
            <a:r>
              <a:rPr lang="en-US" spc="5" dirty="0">
                <a:latin typeface="Times New Roman"/>
                <a:cs typeface="Times New Roman"/>
              </a:rPr>
              <a:t> </a:t>
            </a:r>
            <a:r>
              <a:rPr lang="en-US" spc="-15" dirty="0">
                <a:latin typeface="Times New Roman"/>
                <a:cs typeface="Times New Roman"/>
              </a:rPr>
              <a:t>e</a:t>
            </a:r>
            <a:r>
              <a:rPr lang="en-US" dirty="0">
                <a:latin typeface="Times New Roman"/>
                <a:cs typeface="Times New Roman"/>
              </a:rPr>
              <a:t>ach e</a:t>
            </a:r>
            <a:r>
              <a:rPr lang="en-US" spc="-10" dirty="0">
                <a:latin typeface="Times New Roman"/>
                <a:cs typeface="Times New Roman"/>
              </a:rPr>
              <a:t>l</a:t>
            </a:r>
            <a:r>
              <a:rPr lang="en-US" spc="5" dirty="0">
                <a:latin typeface="Times New Roman"/>
                <a:cs typeface="Times New Roman"/>
              </a:rPr>
              <a:t>e</a:t>
            </a:r>
            <a:r>
              <a:rPr lang="en-US" spc="-25" dirty="0">
                <a:latin typeface="Times New Roman"/>
                <a:cs typeface="Times New Roman"/>
              </a:rPr>
              <a:t>m</a:t>
            </a:r>
            <a:r>
              <a:rPr lang="en-US" dirty="0">
                <a:latin typeface="Times New Roman"/>
                <a:cs typeface="Times New Roman"/>
              </a:rPr>
              <a:t>ent in an</a:t>
            </a:r>
            <a:r>
              <a:rPr lang="en-US" spc="5" dirty="0">
                <a:latin typeface="Times New Roman"/>
                <a:cs typeface="Times New Roman"/>
              </a:rPr>
              <a:t> </a:t>
            </a:r>
            <a:r>
              <a:rPr lang="en-US" spc="-10" dirty="0">
                <a:latin typeface="Times New Roman"/>
                <a:cs typeface="Times New Roman"/>
              </a:rPr>
              <a:t>a</a:t>
            </a:r>
            <a:r>
              <a:rPr lang="en-US" dirty="0">
                <a:latin typeface="Times New Roman"/>
                <a:cs typeface="Times New Roman"/>
              </a:rPr>
              <a:t>r</a:t>
            </a:r>
            <a:r>
              <a:rPr lang="en-US" spc="5" dirty="0">
                <a:latin typeface="Times New Roman"/>
                <a:cs typeface="Times New Roman"/>
              </a:rPr>
              <a:t>ray.</a:t>
            </a:r>
            <a:endParaRPr lang="en-US"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884" y="823716"/>
            <a:ext cx="2947482" cy="4601183"/>
          </a:xfrm>
        </p:spPr>
        <p:txBody>
          <a:bodyPr/>
          <a:lstStyle/>
          <a:p>
            <a:pPr algn="ctr"/>
            <a:r>
              <a:rPr lang="en-IN" b="1" dirty="0"/>
              <a:t>While loop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728988" y="881424"/>
            <a:ext cx="7665153" cy="5086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while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loop executes a block of code as long as the specified condition is true.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Syntax :-</a:t>
            </a:r>
            <a:endParaRPr kumimoji="0" lang="en-US" altLang="en-US" b="1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292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while (</a:t>
            </a:r>
            <a:r>
              <a:rPr kumimoji="0" lang="en-US" altLang="en-US" sz="20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condition is true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{</a:t>
            </a:r>
            <a:b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altLang="en-US" sz="20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 code to be executed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b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:- </a:t>
            </a:r>
          </a:p>
          <a:p>
            <a:pPr marL="502920" lvl="1" indent="0">
              <a:lnSpc>
                <a:spcPct val="100000"/>
              </a:lnSpc>
              <a:buNone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&lt;?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	      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Output:-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$x = 1;                                                              	The number is 1                                                                       						The number is 2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while($x &lt;= 3) {                                              	 The number is 3 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echo "The number is: $x &lt;br&gt;";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$x++;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?&gt;</a:t>
            </a:r>
          </a:p>
        </p:txBody>
      </p:sp>
    </p:spTree>
    <p:extLst>
      <p:ext uri="{BB962C8B-B14F-4D97-AF65-F5344CB8AC3E}">
        <p14:creationId xmlns:p14="http://schemas.microsoft.com/office/powerpoint/2010/main" val="42140972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813" y="763699"/>
            <a:ext cx="2947482" cy="4601183"/>
          </a:xfrm>
        </p:spPr>
        <p:txBody>
          <a:bodyPr/>
          <a:lstStyle/>
          <a:p>
            <a:pPr algn="ctr"/>
            <a:r>
              <a:rPr lang="en-IN" b="1" dirty="0"/>
              <a:t>Do-while loop</a:t>
            </a:r>
          </a:p>
        </p:txBody>
      </p:sp>
      <p:sp>
        <p:nvSpPr>
          <p:cNvPr id="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693554" y="821407"/>
            <a:ext cx="7610940" cy="52060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do...while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loop will always execute the block of code once,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will then check the condition, and repeat the loop while the specified condition is true.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0" lang="en-US" altLang="en-US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yntax :-</a:t>
            </a:r>
            <a:endParaRPr kumimoji="0" lang="en-US" altLang="en-US" b="1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292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do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 code to be executed;</a:t>
            </a:r>
            <a:b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} while (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condition is true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</a:p>
          <a:p>
            <a:pPr marL="502920" lvl="1" indent="0">
              <a:buNone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&lt;?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	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:-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$x = 1;                                                         	The number is: 1  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	The number is: 2 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 {                                                              	The number is: 3 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echo "The number is: $x &lt;br&gt;";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$x++;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 while ($x &lt;= 3);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?&gt;</a:t>
            </a:r>
          </a:p>
        </p:txBody>
      </p:sp>
    </p:spTree>
    <p:extLst>
      <p:ext uri="{BB962C8B-B14F-4D97-AF65-F5344CB8AC3E}">
        <p14:creationId xmlns:p14="http://schemas.microsoft.com/office/powerpoint/2010/main" val="9733790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848" y="774213"/>
            <a:ext cx="2947482" cy="4601183"/>
          </a:xfrm>
        </p:spPr>
        <p:txBody>
          <a:bodyPr/>
          <a:lstStyle/>
          <a:p>
            <a:pPr algn="ctr"/>
            <a:r>
              <a:rPr lang="en-IN" b="1" dirty="0"/>
              <a:t>for loop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851340" y="1028128"/>
            <a:ext cx="7462120" cy="43211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 loop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 used when you know in advance how many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times the script should run.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Syntax:-</a:t>
            </a:r>
          </a:p>
          <a:p>
            <a:pPr marL="502920" lvl="1" indent="0">
              <a:buNone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(initialize; test counter; increment /decrement) {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code to be executed for each iteration;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502920" lvl="1" indent="0">
              <a:buNone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:- </a:t>
            </a:r>
          </a:p>
          <a:p>
            <a:pPr marL="502920" lvl="1" indent="0">
              <a:buNone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&lt;?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	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:- 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 ($x = 0; $x &lt;= 5; $x++) {               		The number is: 1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echo "The number is: $x &lt;br&gt;";         		The number is: 2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                                                            		The number is: 3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?&gt;                                                          		The number is: 4</a:t>
            </a:r>
          </a:p>
          <a:p>
            <a:pPr marL="50292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		The number is: 5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88064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672" y="774214"/>
            <a:ext cx="2947482" cy="4601183"/>
          </a:xfrm>
        </p:spPr>
        <p:txBody>
          <a:bodyPr/>
          <a:lstStyle/>
          <a:p>
            <a:pPr algn="ctr"/>
            <a:r>
              <a:rPr lang="en-IN" b="1" dirty="0"/>
              <a:t>For-each loop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3868738" y="1178263"/>
            <a:ext cx="7715767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foreach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loop works only on arrays, and is used to loop through each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key/value pair in an array.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Syntax :-</a:t>
            </a:r>
            <a:endParaRPr kumimoji="0" lang="en-US" altLang="en-US" sz="18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50292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16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foreach ($array as $value) {</a:t>
            </a:r>
            <a:br>
              <a:rPr kumimoji="0" lang="en-US" altLang="en-US" sz="16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altLang="en-US" sz="16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 code to be executed;</a:t>
            </a:r>
            <a:br>
              <a:rPr kumimoji="0" lang="en-US" altLang="en-US" sz="16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altLang="en-US" sz="16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kumimoji="0" lang="en-US" altLang="en-US" sz="16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Examples :-</a:t>
            </a:r>
            <a:endParaRPr kumimoji="0" lang="en-US" altLang="en-US" sz="1800" b="1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50292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&lt;?php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$colors = array("red", "green", "blue");                                               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foreach ($colors as $value) {                	    </a:t>
            </a:r>
            <a:r>
              <a:rPr kumimoji="0" lang="en-US" altLang="en-US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:-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 echo "$value &lt;br&gt;";                                 		red        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                                                                		</a:t>
            </a:r>
            <a:r>
              <a:rPr kumimoji="0" lang="en-US" altLang="en-US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green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?&gt;                                                              		blue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65134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94206" y="757518"/>
            <a:ext cx="774475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97155">
              <a:spcBef>
                <a:spcPts val="305"/>
              </a:spcBef>
            </a:pPr>
            <a:r>
              <a:rPr lang="en-US" sz="2000" b="1" dirty="0">
                <a:latin typeface="Times New Roman"/>
                <a:cs typeface="Times New Roman"/>
              </a:rPr>
              <a:t>Conditional st</a:t>
            </a:r>
            <a:r>
              <a:rPr lang="en-US" sz="2000" b="1" spc="-5" dirty="0">
                <a:latin typeface="Times New Roman"/>
                <a:cs typeface="Times New Roman"/>
              </a:rPr>
              <a:t>a</a:t>
            </a:r>
            <a:r>
              <a:rPr lang="en-US" sz="2000" b="1" dirty="0">
                <a:latin typeface="Times New Roman"/>
                <a:cs typeface="Times New Roman"/>
              </a:rPr>
              <a:t>tem</a:t>
            </a:r>
            <a:r>
              <a:rPr lang="en-US" sz="2000" b="1" spc="-5" dirty="0">
                <a:latin typeface="Times New Roman"/>
                <a:cs typeface="Times New Roman"/>
              </a:rPr>
              <a:t>e</a:t>
            </a:r>
            <a:r>
              <a:rPr lang="en-US" sz="2000" b="1" dirty="0">
                <a:latin typeface="Times New Roman"/>
                <a:cs typeface="Times New Roman"/>
              </a:rPr>
              <a:t>nts </a:t>
            </a:r>
            <a:r>
              <a:rPr lang="en-US" dirty="0">
                <a:latin typeface="Times New Roman"/>
                <a:cs typeface="Times New Roman"/>
              </a:rPr>
              <a:t>a</a:t>
            </a:r>
            <a:r>
              <a:rPr lang="en-US" spc="-5" dirty="0">
                <a:latin typeface="Times New Roman"/>
                <a:cs typeface="Times New Roman"/>
              </a:rPr>
              <a:t>r</a:t>
            </a:r>
            <a:r>
              <a:rPr lang="en-US" dirty="0">
                <a:latin typeface="Times New Roman"/>
                <a:cs typeface="Times New Roman"/>
              </a:rPr>
              <a:t>e</a:t>
            </a:r>
            <a:r>
              <a:rPr lang="en-US" spc="-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us</a:t>
            </a:r>
            <a:r>
              <a:rPr lang="en-US" spc="-5" dirty="0">
                <a:latin typeface="Times New Roman"/>
                <a:cs typeface="Times New Roman"/>
              </a:rPr>
              <a:t>e</a:t>
            </a:r>
            <a:r>
              <a:rPr lang="en-US" dirty="0">
                <a:latin typeface="Times New Roman"/>
                <a:cs typeface="Times New Roman"/>
              </a:rPr>
              <a:t>d to pe</a:t>
            </a:r>
            <a:r>
              <a:rPr lang="en-US" spc="-10" dirty="0">
                <a:latin typeface="Times New Roman"/>
                <a:cs typeface="Times New Roman"/>
              </a:rPr>
              <a:t>r</a:t>
            </a:r>
            <a:r>
              <a:rPr lang="en-US" spc="5" dirty="0">
                <a:latin typeface="Times New Roman"/>
                <a:cs typeface="Times New Roman"/>
              </a:rPr>
              <a:t>f</a:t>
            </a:r>
            <a:r>
              <a:rPr lang="en-US" dirty="0">
                <a:latin typeface="Times New Roman"/>
                <a:cs typeface="Times New Roman"/>
              </a:rPr>
              <a:t>orm dif</a:t>
            </a:r>
            <a:r>
              <a:rPr lang="en-US" spc="-10" dirty="0">
                <a:latin typeface="Times New Roman"/>
                <a:cs typeface="Times New Roman"/>
              </a:rPr>
              <a:t>f</a:t>
            </a:r>
            <a:r>
              <a:rPr lang="en-US" spc="5" dirty="0">
                <a:latin typeface="Times New Roman"/>
                <a:cs typeface="Times New Roman"/>
              </a:rPr>
              <a:t>e</a:t>
            </a:r>
            <a:r>
              <a:rPr lang="en-US" dirty="0">
                <a:latin typeface="Times New Roman"/>
                <a:cs typeface="Times New Roman"/>
              </a:rPr>
              <a:t>rent a</a:t>
            </a:r>
            <a:r>
              <a:rPr lang="en-US" spc="-10" dirty="0">
                <a:latin typeface="Times New Roman"/>
                <a:cs typeface="Times New Roman"/>
              </a:rPr>
              <a:t>c</a:t>
            </a:r>
            <a:r>
              <a:rPr lang="en-US" dirty="0">
                <a:latin typeface="Times New Roman"/>
                <a:cs typeface="Times New Roman"/>
              </a:rPr>
              <a:t>tions b</a:t>
            </a:r>
            <a:r>
              <a:rPr lang="en-US" spc="-5" dirty="0">
                <a:latin typeface="Times New Roman"/>
                <a:cs typeface="Times New Roman"/>
              </a:rPr>
              <a:t>a</a:t>
            </a:r>
            <a:r>
              <a:rPr lang="en-US" dirty="0">
                <a:latin typeface="Times New Roman"/>
                <a:cs typeface="Times New Roman"/>
              </a:rPr>
              <a:t>s</a:t>
            </a:r>
            <a:r>
              <a:rPr lang="en-US" spc="-5" dirty="0">
                <a:latin typeface="Times New Roman"/>
                <a:cs typeface="Times New Roman"/>
              </a:rPr>
              <a:t>e</a:t>
            </a:r>
            <a:r>
              <a:rPr lang="en-US" dirty="0">
                <a:latin typeface="Times New Roman"/>
                <a:cs typeface="Times New Roman"/>
              </a:rPr>
              <a:t>d on dif</a:t>
            </a:r>
            <a:r>
              <a:rPr lang="en-US" spc="5" dirty="0">
                <a:latin typeface="Times New Roman"/>
                <a:cs typeface="Times New Roman"/>
              </a:rPr>
              <a:t>f</a:t>
            </a:r>
            <a:r>
              <a:rPr lang="en-US" spc="-5" dirty="0">
                <a:latin typeface="Times New Roman"/>
                <a:cs typeface="Times New Roman"/>
              </a:rPr>
              <a:t>e</a:t>
            </a:r>
            <a:r>
              <a:rPr lang="en-US" spc="5" dirty="0">
                <a:latin typeface="Times New Roman"/>
                <a:cs typeface="Times New Roman"/>
              </a:rPr>
              <a:t>r</a:t>
            </a:r>
            <a:r>
              <a:rPr lang="en-US" spc="-5" dirty="0">
                <a:latin typeface="Times New Roman"/>
                <a:cs typeface="Times New Roman"/>
              </a:rPr>
              <a:t>e</a:t>
            </a:r>
            <a:r>
              <a:rPr lang="en-US" dirty="0">
                <a:latin typeface="Times New Roman"/>
                <a:cs typeface="Times New Roman"/>
              </a:rPr>
              <a:t>nt conditions. </a:t>
            </a:r>
            <a:r>
              <a:rPr lang="en-US" spc="-20" dirty="0">
                <a:latin typeface="Times New Roman"/>
                <a:cs typeface="Times New Roman"/>
              </a:rPr>
              <a:t>I</a:t>
            </a:r>
            <a:r>
              <a:rPr lang="en-US" dirty="0">
                <a:latin typeface="Times New Roman"/>
                <a:cs typeface="Times New Roman"/>
              </a:rPr>
              <a:t>n PHP we</a:t>
            </a:r>
            <a:r>
              <a:rPr lang="en-US" spc="-5" dirty="0">
                <a:latin typeface="Times New Roman"/>
                <a:cs typeface="Times New Roman"/>
              </a:rPr>
              <a:t> </a:t>
            </a:r>
            <a:r>
              <a:rPr lang="en-US" spc="10" dirty="0">
                <a:latin typeface="Times New Roman"/>
                <a:cs typeface="Times New Roman"/>
              </a:rPr>
              <a:t>h</a:t>
            </a:r>
            <a:r>
              <a:rPr lang="en-US" spc="-5" dirty="0">
                <a:latin typeface="Times New Roman"/>
                <a:cs typeface="Times New Roman"/>
              </a:rPr>
              <a:t>a</a:t>
            </a:r>
            <a:r>
              <a:rPr lang="en-US" dirty="0">
                <a:latin typeface="Times New Roman"/>
                <a:cs typeface="Times New Roman"/>
              </a:rPr>
              <a:t>ve</a:t>
            </a:r>
            <a:r>
              <a:rPr lang="en-US" spc="-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the</a:t>
            </a:r>
            <a:r>
              <a:rPr lang="en-US" spc="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following</a:t>
            </a:r>
            <a:r>
              <a:rPr lang="en-US" spc="-15" dirty="0">
                <a:latin typeface="Times New Roman"/>
                <a:cs typeface="Times New Roman"/>
              </a:rPr>
              <a:t> </a:t>
            </a:r>
            <a:r>
              <a:rPr lang="en-US" spc="-5" dirty="0">
                <a:latin typeface="Times New Roman"/>
                <a:cs typeface="Times New Roman"/>
              </a:rPr>
              <a:t>c</a:t>
            </a:r>
            <a:r>
              <a:rPr lang="en-US" dirty="0">
                <a:latin typeface="Times New Roman"/>
                <a:cs typeface="Times New Roman"/>
              </a:rPr>
              <a:t>onditional st</a:t>
            </a:r>
            <a:r>
              <a:rPr lang="en-US" spc="-5" dirty="0">
                <a:latin typeface="Times New Roman"/>
                <a:cs typeface="Times New Roman"/>
              </a:rPr>
              <a:t>a</a:t>
            </a:r>
            <a:r>
              <a:rPr lang="en-US" dirty="0">
                <a:latin typeface="Times New Roman"/>
                <a:cs typeface="Times New Roman"/>
              </a:rPr>
              <a:t>tem</a:t>
            </a:r>
            <a:r>
              <a:rPr lang="en-US" spc="5" dirty="0">
                <a:latin typeface="Times New Roman"/>
                <a:cs typeface="Times New Roman"/>
              </a:rPr>
              <a:t>e</a:t>
            </a:r>
            <a:r>
              <a:rPr lang="en-US" dirty="0">
                <a:latin typeface="Times New Roman"/>
                <a:cs typeface="Times New Roman"/>
              </a:rPr>
              <a:t>nts:</a:t>
            </a:r>
          </a:p>
          <a:p>
            <a:pPr marL="469265" indent="-227965">
              <a:spcBef>
                <a:spcPts val="105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lang="en-US" dirty="0">
                <a:solidFill>
                  <a:srgbClr val="DC133B"/>
                </a:solidFill>
                <a:latin typeface="Times New Roman"/>
                <a:cs typeface="Times New Roman"/>
              </a:rPr>
              <a:t>if</a:t>
            </a:r>
            <a:r>
              <a:rPr lang="en-US" spc="-5" dirty="0">
                <a:solidFill>
                  <a:srgbClr val="DC133B"/>
                </a:solidFill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stat</a:t>
            </a:r>
            <a:r>
              <a:rPr lang="en-US" spc="-5" dirty="0">
                <a:latin typeface="Times New Roman"/>
                <a:cs typeface="Times New Roman"/>
              </a:rPr>
              <a:t>e</a:t>
            </a:r>
            <a:r>
              <a:rPr lang="en-US" dirty="0">
                <a:latin typeface="Times New Roman"/>
                <a:cs typeface="Times New Roman"/>
              </a:rPr>
              <a:t>ment -</a:t>
            </a:r>
            <a:r>
              <a:rPr lang="en-US" spc="-5" dirty="0">
                <a:latin typeface="Times New Roman"/>
                <a:cs typeface="Times New Roman"/>
              </a:rPr>
              <a:t> e</a:t>
            </a:r>
            <a:r>
              <a:rPr lang="en-US" spc="10" dirty="0">
                <a:latin typeface="Times New Roman"/>
                <a:cs typeface="Times New Roman"/>
              </a:rPr>
              <a:t>x</a:t>
            </a:r>
            <a:r>
              <a:rPr lang="en-US" spc="-5" dirty="0">
                <a:latin typeface="Times New Roman"/>
                <a:cs typeface="Times New Roman"/>
              </a:rPr>
              <a:t>ec</a:t>
            </a:r>
            <a:r>
              <a:rPr lang="en-US" dirty="0">
                <a:latin typeface="Times New Roman"/>
                <a:cs typeface="Times New Roman"/>
              </a:rPr>
              <a:t>utes s</a:t>
            </a:r>
            <a:r>
              <a:rPr lang="en-US" spc="10" dirty="0">
                <a:latin typeface="Times New Roman"/>
                <a:cs typeface="Times New Roman"/>
              </a:rPr>
              <a:t>o</a:t>
            </a:r>
            <a:r>
              <a:rPr lang="en-US" dirty="0">
                <a:latin typeface="Times New Roman"/>
                <a:cs typeface="Times New Roman"/>
              </a:rPr>
              <a:t>me </a:t>
            </a:r>
            <a:r>
              <a:rPr lang="en-US" spc="-10" dirty="0">
                <a:latin typeface="Times New Roman"/>
                <a:cs typeface="Times New Roman"/>
              </a:rPr>
              <a:t>c</a:t>
            </a:r>
            <a:r>
              <a:rPr lang="en-US" dirty="0">
                <a:latin typeface="Times New Roman"/>
                <a:cs typeface="Times New Roman"/>
              </a:rPr>
              <a:t>ode</a:t>
            </a:r>
            <a:r>
              <a:rPr lang="en-US" spc="-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if one </a:t>
            </a:r>
            <a:r>
              <a:rPr lang="en-US" spc="-5" dirty="0">
                <a:latin typeface="Times New Roman"/>
                <a:cs typeface="Times New Roman"/>
              </a:rPr>
              <a:t>c</a:t>
            </a:r>
            <a:r>
              <a:rPr lang="en-US" dirty="0">
                <a:latin typeface="Times New Roman"/>
                <a:cs typeface="Times New Roman"/>
              </a:rPr>
              <a:t>ondition is true</a:t>
            </a:r>
          </a:p>
          <a:p>
            <a:pPr marL="469265" marR="5080" indent="-227965">
              <a:spcBef>
                <a:spcPts val="6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lang="en-US" dirty="0">
                <a:solidFill>
                  <a:srgbClr val="DC133B"/>
                </a:solidFill>
                <a:latin typeface="Times New Roman"/>
                <a:cs typeface="Times New Roman"/>
              </a:rPr>
              <a:t>if...</a:t>
            </a:r>
            <a:r>
              <a:rPr lang="en-US" spc="-10" dirty="0">
                <a:solidFill>
                  <a:srgbClr val="DC133B"/>
                </a:solidFill>
                <a:latin typeface="Times New Roman"/>
                <a:cs typeface="Times New Roman"/>
              </a:rPr>
              <a:t>e</a:t>
            </a:r>
            <a:r>
              <a:rPr lang="en-US" dirty="0">
                <a:solidFill>
                  <a:srgbClr val="DC133B"/>
                </a:solidFill>
                <a:latin typeface="Times New Roman"/>
                <a:cs typeface="Times New Roman"/>
              </a:rPr>
              <a:t>lse</a:t>
            </a:r>
            <a:r>
              <a:rPr lang="en-US" spc="-5" dirty="0">
                <a:solidFill>
                  <a:srgbClr val="DC133B"/>
                </a:solidFill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stat</a:t>
            </a:r>
            <a:r>
              <a:rPr lang="en-US" spc="-5" dirty="0">
                <a:latin typeface="Times New Roman"/>
                <a:cs typeface="Times New Roman"/>
              </a:rPr>
              <a:t>e</a:t>
            </a:r>
            <a:r>
              <a:rPr lang="en-US" dirty="0">
                <a:latin typeface="Times New Roman"/>
                <a:cs typeface="Times New Roman"/>
              </a:rPr>
              <a:t>ment -</a:t>
            </a:r>
            <a:r>
              <a:rPr lang="en-US" spc="5" dirty="0">
                <a:latin typeface="Times New Roman"/>
                <a:cs typeface="Times New Roman"/>
              </a:rPr>
              <a:t> </a:t>
            </a:r>
            <a:r>
              <a:rPr lang="en-US" spc="-5" dirty="0">
                <a:latin typeface="Times New Roman"/>
                <a:cs typeface="Times New Roman"/>
              </a:rPr>
              <a:t>e</a:t>
            </a:r>
            <a:r>
              <a:rPr lang="en-US" spc="10" dirty="0">
                <a:latin typeface="Times New Roman"/>
                <a:cs typeface="Times New Roman"/>
              </a:rPr>
              <a:t>x</a:t>
            </a:r>
            <a:r>
              <a:rPr lang="en-US" spc="-5" dirty="0">
                <a:latin typeface="Times New Roman"/>
                <a:cs typeface="Times New Roman"/>
              </a:rPr>
              <a:t>ec</a:t>
            </a:r>
            <a:r>
              <a:rPr lang="en-US" dirty="0">
                <a:latin typeface="Times New Roman"/>
                <a:cs typeface="Times New Roman"/>
              </a:rPr>
              <a:t>utes some </a:t>
            </a:r>
            <a:r>
              <a:rPr lang="en-US" spc="-10" dirty="0">
                <a:latin typeface="Times New Roman"/>
                <a:cs typeface="Times New Roman"/>
              </a:rPr>
              <a:t>c</a:t>
            </a:r>
            <a:r>
              <a:rPr lang="en-US" dirty="0">
                <a:latin typeface="Times New Roman"/>
                <a:cs typeface="Times New Roman"/>
              </a:rPr>
              <a:t>ode</a:t>
            </a:r>
            <a:r>
              <a:rPr lang="en-US" spc="-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if a </a:t>
            </a:r>
            <a:r>
              <a:rPr lang="en-US" spc="-5" dirty="0">
                <a:latin typeface="Times New Roman"/>
                <a:cs typeface="Times New Roman"/>
              </a:rPr>
              <a:t>c</a:t>
            </a:r>
            <a:r>
              <a:rPr lang="en-US" dirty="0">
                <a:latin typeface="Times New Roman"/>
                <a:cs typeface="Times New Roman"/>
              </a:rPr>
              <a:t>ondition is true</a:t>
            </a:r>
            <a:r>
              <a:rPr lang="en-US" spc="-5" dirty="0">
                <a:latin typeface="Times New Roman"/>
                <a:cs typeface="Times New Roman"/>
              </a:rPr>
              <a:t> a</a:t>
            </a:r>
            <a:r>
              <a:rPr lang="en-US" dirty="0">
                <a:latin typeface="Times New Roman"/>
                <a:cs typeface="Times New Roman"/>
              </a:rPr>
              <a:t>nd </a:t>
            </a:r>
            <a:r>
              <a:rPr lang="en-US" spc="-5" dirty="0">
                <a:latin typeface="Times New Roman"/>
                <a:cs typeface="Times New Roman"/>
              </a:rPr>
              <a:t>a</a:t>
            </a:r>
            <a:r>
              <a:rPr lang="en-US" dirty="0">
                <a:latin typeface="Times New Roman"/>
                <a:cs typeface="Times New Roman"/>
              </a:rPr>
              <a:t>nother </a:t>
            </a:r>
            <a:r>
              <a:rPr lang="en-US" spc="-5" dirty="0">
                <a:latin typeface="Times New Roman"/>
                <a:cs typeface="Times New Roman"/>
              </a:rPr>
              <a:t>c</a:t>
            </a:r>
            <a:r>
              <a:rPr lang="en-US" spc="10" dirty="0">
                <a:latin typeface="Times New Roman"/>
                <a:cs typeface="Times New Roman"/>
              </a:rPr>
              <a:t>o</a:t>
            </a:r>
            <a:r>
              <a:rPr lang="en-US" dirty="0">
                <a:latin typeface="Times New Roman"/>
                <a:cs typeface="Times New Roman"/>
              </a:rPr>
              <a:t>de</a:t>
            </a:r>
            <a:r>
              <a:rPr lang="en-US" spc="-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if th</a:t>
            </a:r>
            <a:r>
              <a:rPr lang="en-US" spc="-5" dirty="0">
                <a:latin typeface="Times New Roman"/>
                <a:cs typeface="Times New Roman"/>
              </a:rPr>
              <a:t>a</a:t>
            </a:r>
            <a:r>
              <a:rPr lang="en-US" dirty="0">
                <a:latin typeface="Times New Roman"/>
                <a:cs typeface="Times New Roman"/>
              </a:rPr>
              <a:t>t </a:t>
            </a:r>
            <a:r>
              <a:rPr lang="en-US" spc="-5" dirty="0">
                <a:latin typeface="Times New Roman"/>
                <a:cs typeface="Times New Roman"/>
              </a:rPr>
              <a:t>c</a:t>
            </a:r>
            <a:r>
              <a:rPr lang="en-US" dirty="0">
                <a:latin typeface="Times New Roman"/>
                <a:cs typeface="Times New Roman"/>
              </a:rPr>
              <a:t>ondition is f</a:t>
            </a:r>
            <a:r>
              <a:rPr lang="en-US" spc="-10" dirty="0">
                <a:latin typeface="Times New Roman"/>
                <a:cs typeface="Times New Roman"/>
              </a:rPr>
              <a:t>a</a:t>
            </a:r>
            <a:r>
              <a:rPr lang="en-US" dirty="0">
                <a:latin typeface="Times New Roman"/>
                <a:cs typeface="Times New Roman"/>
              </a:rPr>
              <a:t>lse</a:t>
            </a:r>
          </a:p>
          <a:p>
            <a:pPr marL="469265" indent="-227965"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lang="en-US" dirty="0">
                <a:solidFill>
                  <a:srgbClr val="DC133B"/>
                </a:solidFill>
                <a:latin typeface="Times New Roman"/>
                <a:cs typeface="Times New Roman"/>
              </a:rPr>
              <a:t>if...</a:t>
            </a:r>
            <a:r>
              <a:rPr lang="en-US" spc="-10" dirty="0">
                <a:solidFill>
                  <a:srgbClr val="DC133B"/>
                </a:solidFill>
                <a:latin typeface="Times New Roman"/>
                <a:cs typeface="Times New Roman"/>
              </a:rPr>
              <a:t>e</a:t>
            </a:r>
            <a:r>
              <a:rPr lang="en-US" dirty="0">
                <a:solidFill>
                  <a:srgbClr val="DC133B"/>
                </a:solidFill>
                <a:latin typeface="Times New Roman"/>
                <a:cs typeface="Times New Roman"/>
              </a:rPr>
              <a:t>lseif...</a:t>
            </a:r>
            <a:r>
              <a:rPr lang="en-US" spc="-10" dirty="0">
                <a:solidFill>
                  <a:srgbClr val="DC133B"/>
                </a:solidFill>
                <a:latin typeface="Times New Roman"/>
                <a:cs typeface="Times New Roman"/>
              </a:rPr>
              <a:t>e</a:t>
            </a:r>
            <a:r>
              <a:rPr lang="en-US" dirty="0">
                <a:solidFill>
                  <a:srgbClr val="DC133B"/>
                </a:solidFill>
                <a:latin typeface="Times New Roman"/>
                <a:cs typeface="Times New Roman"/>
              </a:rPr>
              <a:t>lse </a:t>
            </a:r>
            <a:r>
              <a:rPr lang="en-US" dirty="0">
                <a:latin typeface="Times New Roman"/>
                <a:cs typeface="Times New Roman"/>
              </a:rPr>
              <a:t>stat</a:t>
            </a:r>
            <a:r>
              <a:rPr lang="en-US" spc="-5" dirty="0">
                <a:latin typeface="Times New Roman"/>
                <a:cs typeface="Times New Roman"/>
              </a:rPr>
              <a:t>e</a:t>
            </a:r>
            <a:r>
              <a:rPr lang="en-US" spc="10" dirty="0">
                <a:latin typeface="Times New Roman"/>
                <a:cs typeface="Times New Roman"/>
              </a:rPr>
              <a:t>m</a:t>
            </a:r>
            <a:r>
              <a:rPr lang="en-US" spc="-5" dirty="0">
                <a:latin typeface="Times New Roman"/>
                <a:cs typeface="Times New Roman"/>
              </a:rPr>
              <a:t>e</a:t>
            </a:r>
            <a:r>
              <a:rPr lang="en-US" dirty="0">
                <a:latin typeface="Times New Roman"/>
                <a:cs typeface="Times New Roman"/>
              </a:rPr>
              <a:t>nt -</a:t>
            </a:r>
            <a:r>
              <a:rPr lang="en-US" spc="-5" dirty="0">
                <a:latin typeface="Times New Roman"/>
                <a:cs typeface="Times New Roman"/>
              </a:rPr>
              <a:t> e</a:t>
            </a:r>
            <a:r>
              <a:rPr lang="en-US" spc="10" dirty="0">
                <a:latin typeface="Times New Roman"/>
                <a:cs typeface="Times New Roman"/>
              </a:rPr>
              <a:t>x</a:t>
            </a:r>
            <a:r>
              <a:rPr lang="en-US" spc="-5" dirty="0">
                <a:latin typeface="Times New Roman"/>
                <a:cs typeface="Times New Roman"/>
              </a:rPr>
              <a:t>ec</a:t>
            </a:r>
            <a:r>
              <a:rPr lang="en-US" dirty="0">
                <a:latin typeface="Times New Roman"/>
                <a:cs typeface="Times New Roman"/>
              </a:rPr>
              <a:t>utes dif</a:t>
            </a:r>
            <a:r>
              <a:rPr lang="en-US" spc="-10" dirty="0">
                <a:latin typeface="Times New Roman"/>
                <a:cs typeface="Times New Roman"/>
              </a:rPr>
              <a:t>f</a:t>
            </a:r>
            <a:r>
              <a:rPr lang="en-US" spc="5" dirty="0">
                <a:latin typeface="Times New Roman"/>
                <a:cs typeface="Times New Roman"/>
              </a:rPr>
              <a:t>e</a:t>
            </a:r>
            <a:r>
              <a:rPr lang="en-US" dirty="0">
                <a:latin typeface="Times New Roman"/>
                <a:cs typeface="Times New Roman"/>
              </a:rPr>
              <a:t>r</a:t>
            </a:r>
            <a:r>
              <a:rPr lang="en-US" spc="-10" dirty="0">
                <a:latin typeface="Times New Roman"/>
                <a:cs typeface="Times New Roman"/>
              </a:rPr>
              <a:t>e</a:t>
            </a:r>
            <a:r>
              <a:rPr lang="en-US" dirty="0">
                <a:latin typeface="Times New Roman"/>
                <a:cs typeface="Times New Roman"/>
              </a:rPr>
              <a:t>nt co</a:t>
            </a:r>
            <a:r>
              <a:rPr lang="en-US" spc="5" dirty="0">
                <a:latin typeface="Times New Roman"/>
                <a:cs typeface="Times New Roman"/>
              </a:rPr>
              <a:t>de</a:t>
            </a:r>
            <a:r>
              <a:rPr lang="en-US" dirty="0">
                <a:latin typeface="Times New Roman"/>
                <a:cs typeface="Times New Roman"/>
              </a:rPr>
              <a:t>s for</a:t>
            </a:r>
            <a:r>
              <a:rPr lang="en-US" spc="-1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more</a:t>
            </a:r>
            <a:r>
              <a:rPr lang="en-US" spc="-1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than two</a:t>
            </a:r>
            <a:r>
              <a:rPr lang="en-US" spc="5" dirty="0">
                <a:latin typeface="Times New Roman"/>
                <a:cs typeface="Times New Roman"/>
              </a:rPr>
              <a:t> </a:t>
            </a:r>
            <a:r>
              <a:rPr lang="en-US" spc="-5" dirty="0">
                <a:latin typeface="Times New Roman"/>
                <a:cs typeface="Times New Roman"/>
              </a:rPr>
              <a:t>c</a:t>
            </a:r>
            <a:r>
              <a:rPr lang="en-US" dirty="0">
                <a:latin typeface="Times New Roman"/>
                <a:cs typeface="Times New Roman"/>
              </a:rPr>
              <a:t>on</a:t>
            </a:r>
            <a:r>
              <a:rPr lang="en-US" spc="10" dirty="0">
                <a:latin typeface="Times New Roman"/>
                <a:cs typeface="Times New Roman"/>
              </a:rPr>
              <a:t>d</a:t>
            </a:r>
            <a:r>
              <a:rPr lang="en-US" dirty="0">
                <a:latin typeface="Times New Roman"/>
                <a:cs typeface="Times New Roman"/>
              </a:rPr>
              <a:t>itions</a:t>
            </a:r>
          </a:p>
          <a:p>
            <a:pPr marL="469265" indent="-227965"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lang="en-US" dirty="0">
                <a:solidFill>
                  <a:srgbClr val="DC133B"/>
                </a:solidFill>
                <a:latin typeface="Times New Roman"/>
                <a:cs typeface="Times New Roman"/>
              </a:rPr>
              <a:t>switch</a:t>
            </a:r>
            <a:r>
              <a:rPr lang="en-US" spc="-5" dirty="0">
                <a:solidFill>
                  <a:srgbClr val="DC133B"/>
                </a:solidFill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stat</a:t>
            </a:r>
            <a:r>
              <a:rPr lang="en-US" spc="-5" dirty="0">
                <a:latin typeface="Times New Roman"/>
                <a:cs typeface="Times New Roman"/>
              </a:rPr>
              <a:t>e</a:t>
            </a:r>
            <a:r>
              <a:rPr lang="en-US" dirty="0">
                <a:latin typeface="Times New Roman"/>
                <a:cs typeface="Times New Roman"/>
              </a:rPr>
              <a:t>ment -</a:t>
            </a:r>
            <a:r>
              <a:rPr lang="en-US" spc="-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s</a:t>
            </a:r>
            <a:r>
              <a:rPr lang="en-US" spc="-5" dirty="0">
                <a:latin typeface="Times New Roman"/>
                <a:cs typeface="Times New Roman"/>
              </a:rPr>
              <a:t>e</a:t>
            </a:r>
            <a:r>
              <a:rPr lang="en-US" dirty="0">
                <a:latin typeface="Times New Roman"/>
                <a:cs typeface="Times New Roman"/>
              </a:rPr>
              <a:t>l</a:t>
            </a:r>
            <a:r>
              <a:rPr lang="en-US" spc="5" dirty="0">
                <a:latin typeface="Times New Roman"/>
                <a:cs typeface="Times New Roman"/>
              </a:rPr>
              <a:t>e</a:t>
            </a:r>
            <a:r>
              <a:rPr lang="en-US" spc="-5" dirty="0">
                <a:latin typeface="Times New Roman"/>
                <a:cs typeface="Times New Roman"/>
              </a:rPr>
              <a:t>c</a:t>
            </a:r>
            <a:r>
              <a:rPr lang="en-US" dirty="0">
                <a:latin typeface="Times New Roman"/>
                <a:cs typeface="Times New Roman"/>
              </a:rPr>
              <a:t>ts one of</a:t>
            </a:r>
            <a:r>
              <a:rPr lang="en-US" spc="-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ma</a:t>
            </a:r>
            <a:r>
              <a:rPr lang="en-US" spc="20" dirty="0">
                <a:latin typeface="Times New Roman"/>
                <a:cs typeface="Times New Roman"/>
              </a:rPr>
              <a:t>n</a:t>
            </a:r>
            <a:r>
              <a:rPr lang="en-US" dirty="0">
                <a:latin typeface="Times New Roman"/>
                <a:cs typeface="Times New Roman"/>
              </a:rPr>
              <a:t>y</a:t>
            </a:r>
            <a:r>
              <a:rPr lang="en-US" spc="-2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blocks of</a:t>
            </a:r>
            <a:r>
              <a:rPr lang="en-US" spc="5" dirty="0">
                <a:latin typeface="Times New Roman"/>
                <a:cs typeface="Times New Roman"/>
              </a:rPr>
              <a:t> c</a:t>
            </a:r>
            <a:r>
              <a:rPr lang="en-US" dirty="0">
                <a:latin typeface="Times New Roman"/>
                <a:cs typeface="Times New Roman"/>
              </a:rPr>
              <a:t>ode</a:t>
            </a:r>
            <a:r>
              <a:rPr lang="en-US" spc="-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to be </a:t>
            </a:r>
            <a:r>
              <a:rPr lang="en-US" spc="-10" dirty="0">
                <a:latin typeface="Times New Roman"/>
                <a:cs typeface="Times New Roman"/>
              </a:rPr>
              <a:t>e</a:t>
            </a:r>
            <a:r>
              <a:rPr lang="en-US" spc="10" dirty="0">
                <a:latin typeface="Times New Roman"/>
                <a:cs typeface="Times New Roman"/>
              </a:rPr>
              <a:t>x</a:t>
            </a:r>
            <a:r>
              <a:rPr lang="en-US" spc="-5" dirty="0">
                <a:latin typeface="Times New Roman"/>
                <a:cs typeface="Times New Roman"/>
              </a:rPr>
              <a:t>ec</a:t>
            </a:r>
            <a:r>
              <a:rPr lang="en-US" dirty="0">
                <a:latin typeface="Times New Roman"/>
                <a:cs typeface="Times New Roman"/>
              </a:rPr>
              <a:t>uted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94206" y="3250508"/>
            <a:ext cx="4362076" cy="2731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2000" b="1" dirty="0">
                <a:latin typeface="Times New Roman"/>
                <a:cs typeface="Times New Roman"/>
              </a:rPr>
              <a:t>The if Sta</a:t>
            </a:r>
            <a:r>
              <a:rPr lang="en-US" sz="2000" b="1" spc="-15" dirty="0">
                <a:latin typeface="Times New Roman"/>
                <a:cs typeface="Times New Roman"/>
              </a:rPr>
              <a:t>t</a:t>
            </a:r>
            <a:r>
              <a:rPr lang="en-US" sz="2000" b="1" dirty="0">
                <a:latin typeface="Times New Roman"/>
                <a:cs typeface="Times New Roman"/>
              </a:rPr>
              <a:t>e</a:t>
            </a:r>
            <a:r>
              <a:rPr lang="en-US" sz="2000" b="1" spc="-5" dirty="0">
                <a:latin typeface="Times New Roman"/>
                <a:cs typeface="Times New Roman"/>
              </a:rPr>
              <a:t>m</a:t>
            </a:r>
            <a:r>
              <a:rPr lang="en-US" sz="2000" b="1" dirty="0">
                <a:latin typeface="Times New Roman"/>
                <a:cs typeface="Times New Roman"/>
              </a:rPr>
              <a:t>ent:</a:t>
            </a:r>
            <a:endParaRPr lang="en-US"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3"/>
              </a:spcBef>
            </a:pPr>
            <a:endParaRPr lang="en-US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en-US" dirty="0">
                <a:latin typeface="Times New Roman"/>
                <a:cs typeface="Times New Roman"/>
              </a:rPr>
              <a:t>The</a:t>
            </a:r>
            <a:r>
              <a:rPr lang="en-US" spc="-10" dirty="0">
                <a:latin typeface="Times New Roman"/>
                <a:cs typeface="Times New Roman"/>
              </a:rPr>
              <a:t> </a:t>
            </a:r>
            <a:r>
              <a:rPr lang="en-US" dirty="0">
                <a:solidFill>
                  <a:srgbClr val="DC133B"/>
                </a:solidFill>
                <a:latin typeface="Times New Roman"/>
                <a:cs typeface="Times New Roman"/>
              </a:rPr>
              <a:t>if</a:t>
            </a:r>
            <a:r>
              <a:rPr lang="en-US" spc="-5" dirty="0">
                <a:solidFill>
                  <a:srgbClr val="DC133B"/>
                </a:solidFill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stat</a:t>
            </a:r>
            <a:r>
              <a:rPr lang="en-US" spc="-5" dirty="0">
                <a:latin typeface="Times New Roman"/>
                <a:cs typeface="Times New Roman"/>
              </a:rPr>
              <a:t>e</a:t>
            </a:r>
            <a:r>
              <a:rPr lang="en-US" dirty="0">
                <a:latin typeface="Times New Roman"/>
                <a:cs typeface="Times New Roman"/>
              </a:rPr>
              <a:t>ment </a:t>
            </a:r>
            <a:r>
              <a:rPr lang="en-US" spc="-5" dirty="0">
                <a:latin typeface="Times New Roman"/>
                <a:cs typeface="Times New Roman"/>
              </a:rPr>
              <a:t>e</a:t>
            </a:r>
            <a:r>
              <a:rPr lang="en-US" spc="10" dirty="0">
                <a:latin typeface="Times New Roman"/>
                <a:cs typeface="Times New Roman"/>
              </a:rPr>
              <a:t>x</a:t>
            </a:r>
            <a:r>
              <a:rPr lang="en-US" spc="-5" dirty="0">
                <a:latin typeface="Times New Roman"/>
                <a:cs typeface="Times New Roman"/>
              </a:rPr>
              <a:t>ec</a:t>
            </a:r>
            <a:r>
              <a:rPr lang="en-US" dirty="0">
                <a:latin typeface="Times New Roman"/>
                <a:cs typeface="Times New Roman"/>
              </a:rPr>
              <a:t>utes</a:t>
            </a:r>
            <a:r>
              <a:rPr lang="en-US" spc="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some</a:t>
            </a:r>
            <a:r>
              <a:rPr lang="en-US" spc="-5" dirty="0">
                <a:latin typeface="Times New Roman"/>
                <a:cs typeface="Times New Roman"/>
              </a:rPr>
              <a:t> c</a:t>
            </a:r>
            <a:r>
              <a:rPr lang="en-US" dirty="0">
                <a:latin typeface="Times New Roman"/>
                <a:cs typeface="Times New Roman"/>
              </a:rPr>
              <a:t>ode</a:t>
            </a:r>
            <a:r>
              <a:rPr lang="en-US" spc="-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if one </a:t>
            </a:r>
            <a:r>
              <a:rPr lang="en-US" spc="-5" dirty="0">
                <a:latin typeface="Times New Roman"/>
                <a:cs typeface="Times New Roman"/>
              </a:rPr>
              <a:t>c</a:t>
            </a:r>
            <a:r>
              <a:rPr lang="en-US" dirty="0">
                <a:latin typeface="Times New Roman"/>
                <a:cs typeface="Times New Roman"/>
              </a:rPr>
              <a:t>ondition is tru</a:t>
            </a:r>
            <a:r>
              <a:rPr lang="en-US" spc="-5" dirty="0">
                <a:latin typeface="Times New Roman"/>
                <a:cs typeface="Times New Roman"/>
              </a:rPr>
              <a:t>e</a:t>
            </a:r>
            <a:r>
              <a:rPr lang="en-US" dirty="0">
                <a:latin typeface="Times New Roman"/>
                <a:cs typeface="Times New Roman"/>
              </a:rPr>
              <a:t>.</a:t>
            </a:r>
          </a:p>
          <a:p>
            <a:pPr>
              <a:lnSpc>
                <a:spcPct val="100000"/>
              </a:lnSpc>
              <a:spcBef>
                <a:spcPts val="24"/>
              </a:spcBef>
            </a:pPr>
            <a:endParaRPr lang="en-US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en-US" b="1" dirty="0">
                <a:latin typeface="Times New Roman"/>
                <a:cs typeface="Times New Roman"/>
              </a:rPr>
              <a:t>Synta</a:t>
            </a:r>
            <a:r>
              <a:rPr lang="en-US" b="1" spc="-5" dirty="0">
                <a:latin typeface="Times New Roman"/>
                <a:cs typeface="Times New Roman"/>
              </a:rPr>
              <a:t>x</a:t>
            </a:r>
            <a:r>
              <a:rPr lang="en-US" b="1" dirty="0">
                <a:latin typeface="Times New Roman"/>
                <a:cs typeface="Times New Roman"/>
              </a:rPr>
              <a:t>:</a:t>
            </a:r>
            <a:endParaRPr lang="en-US" dirty="0">
              <a:latin typeface="Times New Roman"/>
              <a:cs typeface="Times New Roman"/>
            </a:endParaRPr>
          </a:p>
          <a:p>
            <a:pPr marL="469900" lvl="1">
              <a:spcBef>
                <a:spcPts val="780"/>
              </a:spcBef>
            </a:pPr>
            <a:r>
              <a:rPr lang="en-US" dirty="0">
                <a:latin typeface="Times New Roman"/>
                <a:cs typeface="Times New Roman"/>
              </a:rPr>
              <a:t>if </a:t>
            </a:r>
            <a:r>
              <a:rPr lang="en-US" spc="-5" dirty="0">
                <a:latin typeface="Times New Roman"/>
                <a:cs typeface="Times New Roman"/>
              </a:rPr>
              <a:t>(c</a:t>
            </a:r>
            <a:r>
              <a:rPr lang="en-US" dirty="0">
                <a:latin typeface="Times New Roman"/>
                <a:cs typeface="Times New Roman"/>
              </a:rPr>
              <a:t>ondition) {</a:t>
            </a:r>
          </a:p>
          <a:p>
            <a:pPr marL="546100" lvl="1">
              <a:spcBef>
                <a:spcPts val="45"/>
              </a:spcBef>
            </a:pPr>
            <a:r>
              <a:rPr lang="en-US" spc="-5" dirty="0">
                <a:latin typeface="Times New Roman"/>
                <a:cs typeface="Times New Roman"/>
              </a:rPr>
              <a:t>c</a:t>
            </a:r>
            <a:r>
              <a:rPr lang="en-US" dirty="0">
                <a:latin typeface="Times New Roman"/>
                <a:cs typeface="Times New Roman"/>
              </a:rPr>
              <a:t>ode</a:t>
            </a:r>
            <a:r>
              <a:rPr lang="en-US" spc="-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to be e</a:t>
            </a:r>
            <a:r>
              <a:rPr lang="en-US" spc="-5" dirty="0">
                <a:latin typeface="Times New Roman"/>
                <a:cs typeface="Times New Roman"/>
              </a:rPr>
              <a:t>x</a:t>
            </a:r>
            <a:r>
              <a:rPr lang="en-US" spc="5" dirty="0">
                <a:latin typeface="Times New Roman"/>
                <a:cs typeface="Times New Roman"/>
              </a:rPr>
              <a:t>e</a:t>
            </a:r>
            <a:r>
              <a:rPr lang="en-US" spc="-5" dirty="0">
                <a:latin typeface="Times New Roman"/>
                <a:cs typeface="Times New Roman"/>
              </a:rPr>
              <a:t>c</a:t>
            </a:r>
            <a:r>
              <a:rPr lang="en-US" dirty="0">
                <a:latin typeface="Times New Roman"/>
                <a:cs typeface="Times New Roman"/>
              </a:rPr>
              <a:t>uted if </a:t>
            </a:r>
            <a:r>
              <a:rPr lang="en-US" spc="5" dirty="0">
                <a:latin typeface="Times New Roman"/>
                <a:cs typeface="Times New Roman"/>
              </a:rPr>
              <a:t>c</a:t>
            </a:r>
            <a:r>
              <a:rPr lang="en-US" dirty="0">
                <a:latin typeface="Times New Roman"/>
                <a:cs typeface="Times New Roman"/>
              </a:rPr>
              <a:t>ondition is tru</a:t>
            </a:r>
            <a:r>
              <a:rPr lang="en-US" spc="5" dirty="0">
                <a:latin typeface="Times New Roman"/>
                <a:cs typeface="Times New Roman"/>
              </a:rPr>
              <a:t>e</a:t>
            </a:r>
            <a:r>
              <a:rPr lang="en-US" dirty="0">
                <a:latin typeface="Times New Roman"/>
                <a:cs typeface="Times New Roman"/>
              </a:rPr>
              <a:t>;</a:t>
            </a:r>
          </a:p>
          <a:p>
            <a:pPr marL="469900" lvl="1">
              <a:spcBef>
                <a:spcPts val="35"/>
              </a:spcBef>
            </a:pPr>
            <a:r>
              <a:rPr lang="en-US" dirty="0">
                <a:latin typeface="Times New Roman"/>
                <a:cs typeface="Times New Roman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0273" y="3385327"/>
            <a:ext cx="3314700" cy="2454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b="1" dirty="0">
                <a:latin typeface="Times New Roman"/>
                <a:cs typeface="Times New Roman"/>
              </a:rPr>
              <a:t>EX</a:t>
            </a:r>
            <a:r>
              <a:rPr lang="en-US" b="1" spc="-5" dirty="0">
                <a:latin typeface="Times New Roman"/>
                <a:cs typeface="Times New Roman"/>
              </a:rPr>
              <a:t>A</a:t>
            </a:r>
            <a:r>
              <a:rPr lang="en-US" b="1" spc="5" dirty="0">
                <a:latin typeface="Times New Roman"/>
                <a:cs typeface="Times New Roman"/>
              </a:rPr>
              <a:t>M</a:t>
            </a:r>
            <a:r>
              <a:rPr lang="en-US" b="1" spc="-15" dirty="0">
                <a:latin typeface="Times New Roman"/>
                <a:cs typeface="Times New Roman"/>
              </a:rPr>
              <a:t>P</a:t>
            </a:r>
            <a:r>
              <a:rPr lang="en-US" b="1" dirty="0">
                <a:latin typeface="Times New Roman"/>
                <a:cs typeface="Times New Roman"/>
              </a:rPr>
              <a:t>LE:</a:t>
            </a:r>
            <a:endParaRPr lang="en-US" dirty="0">
              <a:latin typeface="Times New Roman"/>
              <a:cs typeface="Times New Roman"/>
            </a:endParaRPr>
          </a:p>
          <a:p>
            <a:pPr marL="469900" lvl="1">
              <a:spcBef>
                <a:spcPts val="840"/>
              </a:spcBef>
            </a:pPr>
            <a:r>
              <a:rPr lang="en-US" spc="-5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lang="en-US" spc="15" dirty="0">
                <a:solidFill>
                  <a:srgbClr val="FF0000"/>
                </a:solidFill>
                <a:latin typeface="Times New Roman"/>
                <a:cs typeface="Times New Roman"/>
              </a:rPr>
              <a:t>?</a:t>
            </a:r>
            <a:r>
              <a:rPr lang="en-US" dirty="0" err="1">
                <a:solidFill>
                  <a:srgbClr val="FF0000"/>
                </a:solidFill>
                <a:latin typeface="Times New Roman"/>
                <a:cs typeface="Times New Roman"/>
              </a:rPr>
              <a:t>php</a:t>
            </a:r>
            <a:endParaRPr lang="en-US" dirty="0">
              <a:latin typeface="Times New Roman"/>
              <a:cs typeface="Times New Roman"/>
            </a:endParaRPr>
          </a:p>
          <a:p>
            <a:pPr marL="469900" lvl="1">
              <a:spcBef>
                <a:spcPts val="45"/>
              </a:spcBef>
            </a:pPr>
            <a:r>
              <a:rPr lang="en-US" dirty="0">
                <a:latin typeface="Times New Roman"/>
                <a:cs typeface="Times New Roman"/>
              </a:rPr>
              <a:t>$t = 11;</a:t>
            </a:r>
          </a:p>
          <a:p>
            <a:pPr lvl="1">
              <a:spcBef>
                <a:spcPts val="41"/>
              </a:spcBef>
            </a:pPr>
            <a:endParaRPr lang="en-US" sz="2000" dirty="0">
              <a:latin typeface="Times New Roman"/>
              <a:cs typeface="Times New Roman"/>
            </a:endParaRPr>
          </a:p>
          <a:p>
            <a:pPr marL="469900" lvl="1"/>
            <a:r>
              <a:rPr lang="en-US" dirty="0">
                <a:solidFill>
                  <a:srgbClr val="0000CD"/>
                </a:solidFill>
                <a:latin typeface="Times New Roman"/>
                <a:cs typeface="Times New Roman"/>
              </a:rPr>
              <a:t>if</a:t>
            </a:r>
            <a:r>
              <a:rPr lang="en-US" spc="-5" dirty="0">
                <a:solidFill>
                  <a:srgbClr val="0000CD"/>
                </a:solidFill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($t &lt;</a:t>
            </a:r>
            <a:r>
              <a:rPr lang="en-US" spc="-10" dirty="0">
                <a:latin typeface="Times New Roman"/>
                <a:cs typeface="Times New Roman"/>
              </a:rPr>
              <a:t> </a:t>
            </a:r>
            <a:r>
              <a:rPr lang="en-US" spc="-10" dirty="0">
                <a:solidFill>
                  <a:srgbClr val="A42A2A"/>
                </a:solidFill>
                <a:latin typeface="Times New Roman"/>
                <a:cs typeface="Times New Roman"/>
              </a:rPr>
              <a:t>"</a:t>
            </a:r>
            <a:r>
              <a:rPr lang="en-US" dirty="0">
                <a:solidFill>
                  <a:srgbClr val="A42A2A"/>
                </a:solidFill>
                <a:latin typeface="Times New Roman"/>
                <a:cs typeface="Times New Roman"/>
              </a:rPr>
              <a:t>2</a:t>
            </a:r>
            <a:r>
              <a:rPr lang="en-US" spc="10" dirty="0">
                <a:solidFill>
                  <a:srgbClr val="A42A2A"/>
                </a:solidFill>
                <a:latin typeface="Times New Roman"/>
                <a:cs typeface="Times New Roman"/>
              </a:rPr>
              <a:t>0</a:t>
            </a:r>
            <a:r>
              <a:rPr lang="en-US" dirty="0">
                <a:solidFill>
                  <a:srgbClr val="A42A2A"/>
                </a:solidFill>
                <a:latin typeface="Times New Roman"/>
                <a:cs typeface="Times New Roman"/>
              </a:rPr>
              <a:t>"</a:t>
            </a:r>
            <a:r>
              <a:rPr lang="en-US" dirty="0">
                <a:latin typeface="Times New Roman"/>
                <a:cs typeface="Times New Roman"/>
              </a:rPr>
              <a:t>) {</a:t>
            </a:r>
          </a:p>
          <a:p>
            <a:pPr marL="546100" lvl="1">
              <a:spcBef>
                <a:spcPts val="50"/>
              </a:spcBef>
            </a:pPr>
            <a:r>
              <a:rPr lang="en-US" spc="-5" dirty="0">
                <a:solidFill>
                  <a:srgbClr val="0000CD"/>
                </a:solidFill>
                <a:latin typeface="Times New Roman"/>
                <a:cs typeface="Times New Roman"/>
              </a:rPr>
              <a:t>ec</a:t>
            </a:r>
            <a:r>
              <a:rPr lang="en-US" dirty="0">
                <a:solidFill>
                  <a:srgbClr val="0000CD"/>
                </a:solidFill>
                <a:latin typeface="Times New Roman"/>
                <a:cs typeface="Times New Roman"/>
              </a:rPr>
              <a:t>ho</a:t>
            </a:r>
            <a:r>
              <a:rPr lang="en-US" spc="10" dirty="0">
                <a:solidFill>
                  <a:srgbClr val="0000CD"/>
                </a:solidFill>
                <a:latin typeface="Times New Roman"/>
                <a:cs typeface="Times New Roman"/>
              </a:rPr>
              <a:t> </a:t>
            </a:r>
            <a:r>
              <a:rPr lang="en-US" spc="-10" dirty="0">
                <a:solidFill>
                  <a:srgbClr val="A42A2A"/>
                </a:solidFill>
                <a:latin typeface="Times New Roman"/>
                <a:cs typeface="Times New Roman"/>
              </a:rPr>
              <a:t>"</a:t>
            </a:r>
            <a:r>
              <a:rPr lang="en-US" dirty="0">
                <a:solidFill>
                  <a:srgbClr val="A42A2A"/>
                </a:solidFill>
                <a:latin typeface="Times New Roman"/>
                <a:cs typeface="Times New Roman"/>
              </a:rPr>
              <a:t>H</a:t>
            </a:r>
            <a:r>
              <a:rPr lang="en-US" spc="-10" dirty="0">
                <a:solidFill>
                  <a:srgbClr val="A42A2A"/>
                </a:solidFill>
                <a:latin typeface="Times New Roman"/>
                <a:cs typeface="Times New Roman"/>
              </a:rPr>
              <a:t>a</a:t>
            </a:r>
            <a:r>
              <a:rPr lang="en-US" spc="10" dirty="0">
                <a:solidFill>
                  <a:srgbClr val="A42A2A"/>
                </a:solidFill>
                <a:latin typeface="Times New Roman"/>
                <a:cs typeface="Times New Roman"/>
              </a:rPr>
              <a:t>v</a:t>
            </a:r>
            <a:r>
              <a:rPr lang="en-US" dirty="0">
                <a:solidFill>
                  <a:srgbClr val="A42A2A"/>
                </a:solidFill>
                <a:latin typeface="Times New Roman"/>
                <a:cs typeface="Times New Roman"/>
              </a:rPr>
              <a:t>e</a:t>
            </a:r>
            <a:r>
              <a:rPr lang="en-US" spc="-5" dirty="0">
                <a:solidFill>
                  <a:srgbClr val="A42A2A"/>
                </a:solidFill>
                <a:latin typeface="Times New Roman"/>
                <a:cs typeface="Times New Roman"/>
              </a:rPr>
              <a:t> </a:t>
            </a:r>
            <a:r>
              <a:rPr lang="en-US" dirty="0">
                <a:solidFill>
                  <a:srgbClr val="A42A2A"/>
                </a:solidFill>
                <a:latin typeface="Times New Roman"/>
                <a:cs typeface="Times New Roman"/>
              </a:rPr>
              <a:t>a</a:t>
            </a:r>
            <a:r>
              <a:rPr lang="en-US" spc="5" dirty="0">
                <a:solidFill>
                  <a:srgbClr val="A42A2A"/>
                </a:solidFill>
                <a:latin typeface="Times New Roman"/>
                <a:cs typeface="Times New Roman"/>
              </a:rPr>
              <a:t> </a:t>
            </a:r>
            <a:r>
              <a:rPr lang="en-US" spc="-15" dirty="0">
                <a:solidFill>
                  <a:srgbClr val="A42A2A"/>
                </a:solidFill>
                <a:latin typeface="Times New Roman"/>
                <a:cs typeface="Times New Roman"/>
              </a:rPr>
              <a:t>g</a:t>
            </a:r>
            <a:r>
              <a:rPr lang="en-US" dirty="0">
                <a:solidFill>
                  <a:srgbClr val="A42A2A"/>
                </a:solidFill>
                <a:latin typeface="Times New Roman"/>
                <a:cs typeface="Times New Roman"/>
              </a:rPr>
              <a:t>ood d</a:t>
            </a:r>
            <a:r>
              <a:rPr lang="en-US" spc="15" dirty="0">
                <a:solidFill>
                  <a:srgbClr val="A42A2A"/>
                </a:solidFill>
                <a:latin typeface="Times New Roman"/>
                <a:cs typeface="Times New Roman"/>
              </a:rPr>
              <a:t>a</a:t>
            </a:r>
            <a:r>
              <a:rPr lang="en-US" spc="-25" dirty="0">
                <a:solidFill>
                  <a:srgbClr val="A42A2A"/>
                </a:solidFill>
                <a:latin typeface="Times New Roman"/>
                <a:cs typeface="Times New Roman"/>
              </a:rPr>
              <a:t>y</a:t>
            </a:r>
            <a:r>
              <a:rPr lang="en-US" spc="15" dirty="0">
                <a:solidFill>
                  <a:srgbClr val="A42A2A"/>
                </a:solidFill>
                <a:latin typeface="Times New Roman"/>
                <a:cs typeface="Times New Roman"/>
              </a:rPr>
              <a:t>!</a:t>
            </a:r>
            <a:r>
              <a:rPr lang="en-US" spc="-5" dirty="0">
                <a:solidFill>
                  <a:srgbClr val="A42A2A"/>
                </a:solidFill>
                <a:latin typeface="Times New Roman"/>
                <a:cs typeface="Times New Roman"/>
              </a:rPr>
              <a:t>"</a:t>
            </a:r>
            <a:r>
              <a:rPr lang="en-US" dirty="0">
                <a:latin typeface="Times New Roman"/>
                <a:cs typeface="Times New Roman"/>
              </a:rPr>
              <a:t>;</a:t>
            </a:r>
          </a:p>
          <a:p>
            <a:pPr marL="469900" lvl="1">
              <a:spcBef>
                <a:spcPts val="45"/>
              </a:spcBef>
            </a:pPr>
            <a:r>
              <a:rPr lang="en-US" dirty="0">
                <a:latin typeface="Times New Roman"/>
                <a:cs typeface="Times New Roman"/>
              </a:rPr>
              <a:t>}</a:t>
            </a:r>
          </a:p>
          <a:p>
            <a:pPr marL="469900" lvl="1">
              <a:spcBef>
                <a:spcPts val="35"/>
              </a:spcBef>
            </a:pPr>
            <a:r>
              <a:rPr lang="en-US" spc="15" dirty="0">
                <a:solidFill>
                  <a:srgbClr val="FF0000"/>
                </a:solidFill>
                <a:latin typeface="Times New Roman"/>
                <a:cs typeface="Times New Roman"/>
              </a:rPr>
              <a:t>?&gt;</a:t>
            </a:r>
            <a:endParaRPr lang="en-US" dirty="0">
              <a:latin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7F51F83-16A4-F2B0-DE15-E0C7606FBCDA}"/>
              </a:ext>
            </a:extLst>
          </p:cNvPr>
          <p:cNvCxnSpPr/>
          <p:nvPr/>
        </p:nvCxnSpPr>
        <p:spPr>
          <a:xfrm>
            <a:off x="8056282" y="3385327"/>
            <a:ext cx="33991" cy="25966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45257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813" y="765249"/>
            <a:ext cx="2947482" cy="4601183"/>
          </a:xfrm>
        </p:spPr>
        <p:txBody>
          <a:bodyPr/>
          <a:lstStyle/>
          <a:p>
            <a:pPr algn="ctr"/>
            <a:r>
              <a:rPr lang="en-US" b="1" dirty="0"/>
              <a:t>Conditional </a:t>
            </a:r>
            <a:br>
              <a:rPr lang="en-US" b="1" dirty="0"/>
            </a:br>
            <a:r>
              <a:rPr lang="en-US" b="1" dirty="0"/>
              <a:t>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24194" y="881770"/>
            <a:ext cx="726440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/>
                <a:cs typeface="Times New Roman"/>
              </a:rPr>
              <a:t>The if..</a:t>
            </a:r>
            <a:r>
              <a:rPr lang="en-US" sz="2000" b="1" spc="-10" dirty="0">
                <a:latin typeface="Times New Roman"/>
                <a:cs typeface="Times New Roman"/>
              </a:rPr>
              <a:t>.</a:t>
            </a:r>
            <a:r>
              <a:rPr lang="en-US" sz="2000" b="1" dirty="0">
                <a:latin typeface="Times New Roman"/>
                <a:cs typeface="Times New Roman"/>
              </a:rPr>
              <a:t>el</a:t>
            </a:r>
            <a:r>
              <a:rPr lang="en-US" sz="2000" b="1" spc="-10" dirty="0">
                <a:latin typeface="Times New Roman"/>
                <a:cs typeface="Times New Roman"/>
              </a:rPr>
              <a:t>s</a:t>
            </a:r>
            <a:r>
              <a:rPr lang="en-US" sz="2000" b="1" dirty="0">
                <a:latin typeface="Times New Roman"/>
                <a:cs typeface="Times New Roman"/>
              </a:rPr>
              <a:t>e </a:t>
            </a:r>
            <a:r>
              <a:rPr lang="en-US" sz="2000" b="1" spc="-20" dirty="0">
                <a:latin typeface="Times New Roman"/>
                <a:cs typeface="Times New Roman"/>
              </a:rPr>
              <a:t>S</a:t>
            </a:r>
            <a:r>
              <a:rPr lang="en-US" sz="2000" b="1" dirty="0">
                <a:latin typeface="Times New Roman"/>
                <a:cs typeface="Times New Roman"/>
              </a:rPr>
              <a:t>t</a:t>
            </a:r>
            <a:r>
              <a:rPr lang="en-US" sz="2000" b="1" spc="5" dirty="0">
                <a:latin typeface="Times New Roman"/>
                <a:cs typeface="Times New Roman"/>
              </a:rPr>
              <a:t>a</a:t>
            </a:r>
            <a:r>
              <a:rPr lang="en-US" sz="2000" b="1" dirty="0">
                <a:latin typeface="Times New Roman"/>
                <a:cs typeface="Times New Roman"/>
              </a:rPr>
              <a:t>te</a:t>
            </a:r>
            <a:r>
              <a:rPr lang="en-US" sz="2000" b="1" spc="-20" dirty="0">
                <a:latin typeface="Times New Roman"/>
                <a:cs typeface="Times New Roman"/>
              </a:rPr>
              <a:t>m</a:t>
            </a:r>
            <a:r>
              <a:rPr lang="en-US" sz="2000" b="1" dirty="0">
                <a:latin typeface="Times New Roman"/>
                <a:cs typeface="Times New Roman"/>
              </a:rPr>
              <a:t>ent:</a:t>
            </a:r>
          </a:p>
          <a:p>
            <a:endParaRPr lang="en-US" sz="2000" b="1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cs typeface="Times New Roman"/>
              </a:rPr>
              <a:t>	The</a:t>
            </a:r>
            <a:r>
              <a:rPr lang="en-US" spc="-10" dirty="0">
                <a:latin typeface="Times New Roman"/>
                <a:cs typeface="Times New Roman"/>
              </a:rPr>
              <a:t> </a:t>
            </a:r>
            <a:r>
              <a:rPr lang="en-US" dirty="0">
                <a:solidFill>
                  <a:srgbClr val="DC133B"/>
                </a:solidFill>
                <a:latin typeface="Times New Roman"/>
                <a:cs typeface="Times New Roman"/>
              </a:rPr>
              <a:t>if...</a:t>
            </a:r>
            <a:r>
              <a:rPr lang="en-US" spc="-10" dirty="0">
                <a:solidFill>
                  <a:srgbClr val="DC133B"/>
                </a:solidFill>
                <a:latin typeface="Times New Roman"/>
                <a:cs typeface="Times New Roman"/>
              </a:rPr>
              <a:t>e</a:t>
            </a:r>
            <a:r>
              <a:rPr lang="en-US" dirty="0">
                <a:solidFill>
                  <a:srgbClr val="DC133B"/>
                </a:solidFill>
                <a:latin typeface="Times New Roman"/>
                <a:cs typeface="Times New Roman"/>
              </a:rPr>
              <a:t>lse</a:t>
            </a:r>
            <a:r>
              <a:rPr lang="en-US" spc="-5" dirty="0">
                <a:solidFill>
                  <a:srgbClr val="DC133B"/>
                </a:solidFill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stat</a:t>
            </a:r>
            <a:r>
              <a:rPr lang="en-US" spc="-5" dirty="0">
                <a:latin typeface="Times New Roman"/>
                <a:cs typeface="Times New Roman"/>
              </a:rPr>
              <a:t>e</a:t>
            </a:r>
            <a:r>
              <a:rPr lang="en-US" spc="10" dirty="0">
                <a:latin typeface="Times New Roman"/>
                <a:cs typeface="Times New Roman"/>
              </a:rPr>
              <a:t>m</a:t>
            </a:r>
            <a:r>
              <a:rPr lang="en-US" spc="-5" dirty="0">
                <a:latin typeface="Times New Roman"/>
                <a:cs typeface="Times New Roman"/>
              </a:rPr>
              <a:t>e</a:t>
            </a:r>
            <a:r>
              <a:rPr lang="en-US" dirty="0">
                <a:latin typeface="Times New Roman"/>
                <a:cs typeface="Times New Roman"/>
              </a:rPr>
              <a:t>nt e</a:t>
            </a:r>
            <a:r>
              <a:rPr lang="en-US" spc="5" dirty="0">
                <a:latin typeface="Times New Roman"/>
                <a:cs typeface="Times New Roman"/>
              </a:rPr>
              <a:t>x</a:t>
            </a:r>
            <a:r>
              <a:rPr lang="en-US" spc="-5" dirty="0">
                <a:latin typeface="Times New Roman"/>
                <a:cs typeface="Times New Roman"/>
              </a:rPr>
              <a:t>ec</a:t>
            </a:r>
            <a:r>
              <a:rPr lang="en-US" dirty="0">
                <a:latin typeface="Times New Roman"/>
                <a:cs typeface="Times New Roman"/>
              </a:rPr>
              <a:t>utes some </a:t>
            </a:r>
            <a:r>
              <a:rPr lang="en-US" spc="-10" dirty="0">
                <a:latin typeface="Times New Roman"/>
                <a:cs typeface="Times New Roman"/>
              </a:rPr>
              <a:t>c</a:t>
            </a:r>
            <a:r>
              <a:rPr lang="en-US" dirty="0">
                <a:latin typeface="Times New Roman"/>
                <a:cs typeface="Times New Roman"/>
              </a:rPr>
              <a:t>o</a:t>
            </a:r>
            <a:r>
              <a:rPr lang="en-US" spc="10" dirty="0">
                <a:latin typeface="Times New Roman"/>
                <a:cs typeface="Times New Roman"/>
              </a:rPr>
              <a:t>d</a:t>
            </a:r>
            <a:r>
              <a:rPr lang="en-US" dirty="0">
                <a:latin typeface="Times New Roman"/>
                <a:cs typeface="Times New Roman"/>
              </a:rPr>
              <a:t>e</a:t>
            </a:r>
            <a:r>
              <a:rPr lang="en-US" spc="-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if a </a:t>
            </a:r>
            <a:r>
              <a:rPr lang="en-US" spc="-5" dirty="0">
                <a:latin typeface="Times New Roman"/>
                <a:cs typeface="Times New Roman"/>
              </a:rPr>
              <a:t>c</a:t>
            </a:r>
            <a:r>
              <a:rPr lang="en-US" spc="10" dirty="0">
                <a:latin typeface="Times New Roman"/>
                <a:cs typeface="Times New Roman"/>
              </a:rPr>
              <a:t>o</a:t>
            </a:r>
            <a:r>
              <a:rPr lang="en-US" dirty="0">
                <a:latin typeface="Times New Roman"/>
                <a:cs typeface="Times New Roman"/>
              </a:rPr>
              <a:t>ndition is true</a:t>
            </a:r>
            <a:r>
              <a:rPr lang="en-US" spc="-5" dirty="0">
                <a:latin typeface="Times New Roman"/>
                <a:cs typeface="Times New Roman"/>
              </a:rPr>
              <a:t> a</a:t>
            </a:r>
            <a:r>
              <a:rPr lang="en-US" dirty="0">
                <a:latin typeface="Times New Roman"/>
                <a:cs typeface="Times New Roman"/>
              </a:rPr>
              <a:t>nd </a:t>
            </a:r>
            <a:r>
              <a:rPr lang="en-US" spc="-5" dirty="0">
                <a:latin typeface="Times New Roman"/>
                <a:cs typeface="Times New Roman"/>
              </a:rPr>
              <a:t>a</a:t>
            </a:r>
            <a:r>
              <a:rPr lang="en-US" dirty="0">
                <a:latin typeface="Times New Roman"/>
                <a:cs typeface="Times New Roman"/>
              </a:rPr>
              <a:t>noth</a:t>
            </a:r>
            <a:r>
              <a:rPr lang="en-US" spc="5" dirty="0">
                <a:latin typeface="Times New Roman"/>
                <a:cs typeface="Times New Roman"/>
              </a:rPr>
              <a:t>e</a:t>
            </a:r>
            <a:r>
              <a:rPr lang="en-US" dirty="0">
                <a:latin typeface="Times New Roman"/>
                <a:cs typeface="Times New Roman"/>
              </a:rPr>
              <a:t>r </a:t>
            </a:r>
            <a:r>
              <a:rPr lang="en-US" spc="-10" dirty="0">
                <a:latin typeface="Times New Roman"/>
                <a:cs typeface="Times New Roman"/>
              </a:rPr>
              <a:t>c</a:t>
            </a:r>
            <a:r>
              <a:rPr lang="en-US" dirty="0">
                <a:latin typeface="Times New Roman"/>
                <a:cs typeface="Times New Roman"/>
              </a:rPr>
              <a:t>ode</a:t>
            </a:r>
            <a:r>
              <a:rPr lang="en-US" spc="-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if th</a:t>
            </a:r>
            <a:r>
              <a:rPr lang="en-US" spc="-5" dirty="0">
                <a:latin typeface="Times New Roman"/>
                <a:cs typeface="Times New Roman"/>
              </a:rPr>
              <a:t>a</a:t>
            </a:r>
            <a:r>
              <a:rPr lang="en-US" dirty="0">
                <a:latin typeface="Times New Roman"/>
                <a:cs typeface="Times New Roman"/>
              </a:rPr>
              <a:t>t </a:t>
            </a:r>
            <a:r>
              <a:rPr lang="en-US" spc="-5" dirty="0">
                <a:latin typeface="Times New Roman"/>
                <a:cs typeface="Times New Roman"/>
              </a:rPr>
              <a:t>c</a:t>
            </a:r>
            <a:r>
              <a:rPr lang="en-US" dirty="0">
                <a:latin typeface="Times New Roman"/>
                <a:cs typeface="Times New Roman"/>
              </a:rPr>
              <a:t>ondition is f</a:t>
            </a:r>
            <a:r>
              <a:rPr lang="en-US" spc="-10" dirty="0">
                <a:latin typeface="Times New Roman"/>
                <a:cs typeface="Times New Roman"/>
              </a:rPr>
              <a:t>a</a:t>
            </a:r>
            <a:r>
              <a:rPr lang="en-US" dirty="0">
                <a:latin typeface="Times New Roman"/>
                <a:cs typeface="Times New Roman"/>
              </a:rPr>
              <a:t>lse.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24194" y="2690715"/>
            <a:ext cx="3149600" cy="2410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b="1" dirty="0">
                <a:latin typeface="Times New Roman"/>
                <a:cs typeface="Times New Roman"/>
              </a:rPr>
              <a:t>Synta</a:t>
            </a:r>
            <a:r>
              <a:rPr lang="en-US" b="1" spc="-5" dirty="0">
                <a:latin typeface="Times New Roman"/>
                <a:cs typeface="Times New Roman"/>
              </a:rPr>
              <a:t>x</a:t>
            </a:r>
            <a:r>
              <a:rPr lang="en-US" b="1" dirty="0">
                <a:latin typeface="Times New Roman"/>
                <a:cs typeface="Times New Roman"/>
              </a:rPr>
              <a:t>:</a:t>
            </a:r>
            <a:endParaRPr lang="en-US" dirty="0">
              <a:latin typeface="Times New Roman"/>
              <a:cs typeface="Times New Roman"/>
            </a:endParaRPr>
          </a:p>
          <a:p>
            <a:pPr marL="469900" lvl="1">
              <a:spcBef>
                <a:spcPts val="790"/>
              </a:spcBef>
            </a:pPr>
            <a:r>
              <a:rPr lang="en-US" dirty="0">
                <a:latin typeface="Times New Roman"/>
                <a:cs typeface="Times New Roman"/>
              </a:rPr>
              <a:t>if </a:t>
            </a:r>
            <a:r>
              <a:rPr lang="en-US" spc="-5" dirty="0">
                <a:latin typeface="Times New Roman"/>
                <a:cs typeface="Times New Roman"/>
              </a:rPr>
              <a:t>(c</a:t>
            </a:r>
            <a:r>
              <a:rPr lang="en-US" dirty="0">
                <a:latin typeface="Times New Roman"/>
                <a:cs typeface="Times New Roman"/>
              </a:rPr>
              <a:t>ondition)</a:t>
            </a:r>
            <a:r>
              <a:rPr lang="en-US" spc="-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{</a:t>
            </a:r>
          </a:p>
          <a:p>
            <a:pPr marL="546100" lvl="1">
              <a:spcBef>
                <a:spcPts val="45"/>
              </a:spcBef>
            </a:pPr>
            <a:r>
              <a:rPr lang="en-US" spc="-5" dirty="0">
                <a:latin typeface="Times New Roman"/>
                <a:cs typeface="Times New Roman"/>
              </a:rPr>
              <a:t>c</a:t>
            </a:r>
            <a:r>
              <a:rPr lang="en-US" dirty="0">
                <a:latin typeface="Times New Roman"/>
                <a:cs typeface="Times New Roman"/>
              </a:rPr>
              <a:t>ode</a:t>
            </a:r>
            <a:r>
              <a:rPr lang="en-US" spc="-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to be e</a:t>
            </a:r>
            <a:r>
              <a:rPr lang="en-US" spc="-5" dirty="0">
                <a:latin typeface="Times New Roman"/>
                <a:cs typeface="Times New Roman"/>
              </a:rPr>
              <a:t>x</a:t>
            </a:r>
            <a:r>
              <a:rPr lang="en-US" spc="5" dirty="0">
                <a:latin typeface="Times New Roman"/>
                <a:cs typeface="Times New Roman"/>
              </a:rPr>
              <a:t>e</a:t>
            </a:r>
            <a:r>
              <a:rPr lang="en-US" spc="-5" dirty="0">
                <a:latin typeface="Times New Roman"/>
                <a:cs typeface="Times New Roman"/>
              </a:rPr>
              <a:t>c</a:t>
            </a:r>
            <a:r>
              <a:rPr lang="en-US" dirty="0">
                <a:latin typeface="Times New Roman"/>
                <a:cs typeface="Times New Roman"/>
              </a:rPr>
              <a:t>uted if </a:t>
            </a:r>
            <a:r>
              <a:rPr lang="en-US" spc="5" dirty="0">
                <a:latin typeface="Times New Roman"/>
                <a:cs typeface="Times New Roman"/>
              </a:rPr>
              <a:t>c</a:t>
            </a:r>
            <a:r>
              <a:rPr lang="en-US" dirty="0">
                <a:latin typeface="Times New Roman"/>
                <a:cs typeface="Times New Roman"/>
              </a:rPr>
              <a:t>ondition is tru</a:t>
            </a:r>
            <a:r>
              <a:rPr lang="en-US" spc="-5" dirty="0">
                <a:latin typeface="Times New Roman"/>
                <a:cs typeface="Times New Roman"/>
              </a:rPr>
              <a:t>e</a:t>
            </a:r>
            <a:r>
              <a:rPr lang="en-US" dirty="0">
                <a:latin typeface="Times New Roman"/>
                <a:cs typeface="Times New Roman"/>
              </a:rPr>
              <a:t>;</a:t>
            </a:r>
          </a:p>
          <a:p>
            <a:pPr marL="469900" lvl="1">
              <a:spcBef>
                <a:spcPts val="45"/>
              </a:spcBef>
            </a:pPr>
            <a:r>
              <a:rPr lang="en-US" dirty="0">
                <a:latin typeface="Times New Roman"/>
                <a:cs typeface="Times New Roman"/>
              </a:rPr>
              <a:t>} </a:t>
            </a:r>
            <a:r>
              <a:rPr lang="en-US" spc="-5" dirty="0">
                <a:latin typeface="Times New Roman"/>
                <a:cs typeface="Times New Roman"/>
              </a:rPr>
              <a:t>e</a:t>
            </a:r>
            <a:r>
              <a:rPr lang="en-US" dirty="0">
                <a:latin typeface="Times New Roman"/>
                <a:cs typeface="Times New Roman"/>
              </a:rPr>
              <a:t>lse {</a:t>
            </a:r>
          </a:p>
          <a:p>
            <a:pPr marL="546100" lvl="1">
              <a:spcBef>
                <a:spcPts val="45"/>
              </a:spcBef>
            </a:pPr>
            <a:r>
              <a:rPr lang="en-US" spc="-5" dirty="0">
                <a:latin typeface="Times New Roman"/>
                <a:cs typeface="Times New Roman"/>
              </a:rPr>
              <a:t>c</a:t>
            </a:r>
            <a:r>
              <a:rPr lang="en-US" dirty="0">
                <a:latin typeface="Times New Roman"/>
                <a:cs typeface="Times New Roman"/>
              </a:rPr>
              <a:t>ode</a:t>
            </a:r>
            <a:r>
              <a:rPr lang="en-US" spc="-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to be e</a:t>
            </a:r>
            <a:r>
              <a:rPr lang="en-US" spc="-5" dirty="0">
                <a:latin typeface="Times New Roman"/>
                <a:cs typeface="Times New Roman"/>
              </a:rPr>
              <a:t>x</a:t>
            </a:r>
            <a:r>
              <a:rPr lang="en-US" spc="5" dirty="0">
                <a:latin typeface="Times New Roman"/>
                <a:cs typeface="Times New Roman"/>
              </a:rPr>
              <a:t>e</a:t>
            </a:r>
            <a:r>
              <a:rPr lang="en-US" spc="-5" dirty="0">
                <a:latin typeface="Times New Roman"/>
                <a:cs typeface="Times New Roman"/>
              </a:rPr>
              <a:t>c</a:t>
            </a:r>
            <a:r>
              <a:rPr lang="en-US" dirty="0">
                <a:latin typeface="Times New Roman"/>
                <a:cs typeface="Times New Roman"/>
              </a:rPr>
              <a:t>uted if </a:t>
            </a:r>
            <a:r>
              <a:rPr lang="en-US" spc="5" dirty="0">
                <a:latin typeface="Times New Roman"/>
                <a:cs typeface="Times New Roman"/>
              </a:rPr>
              <a:t>c</a:t>
            </a:r>
            <a:r>
              <a:rPr lang="en-US" dirty="0">
                <a:latin typeface="Times New Roman"/>
                <a:cs typeface="Times New Roman"/>
              </a:rPr>
              <a:t>ondition is fals</a:t>
            </a:r>
            <a:r>
              <a:rPr lang="en-US" spc="-5" dirty="0">
                <a:latin typeface="Times New Roman"/>
                <a:cs typeface="Times New Roman"/>
              </a:rPr>
              <a:t>e</a:t>
            </a:r>
            <a:r>
              <a:rPr lang="en-US" dirty="0">
                <a:latin typeface="Times New Roman"/>
                <a:cs typeface="Times New Roman"/>
              </a:rPr>
              <a:t>;</a:t>
            </a:r>
          </a:p>
          <a:p>
            <a:pPr marL="469900" lvl="1">
              <a:spcBef>
                <a:spcPts val="35"/>
              </a:spcBef>
            </a:pPr>
            <a:r>
              <a:rPr lang="en-US" dirty="0">
                <a:latin typeface="Times New Roman"/>
                <a:cs typeface="Times New Roman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81794" y="2690715"/>
            <a:ext cx="3606800" cy="3285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b="1" dirty="0">
                <a:latin typeface="Times New Roman"/>
                <a:cs typeface="Times New Roman"/>
              </a:rPr>
              <a:t>EX</a:t>
            </a:r>
            <a:r>
              <a:rPr lang="en-US" b="1" spc="-5" dirty="0">
                <a:latin typeface="Times New Roman"/>
                <a:cs typeface="Times New Roman"/>
              </a:rPr>
              <a:t>A</a:t>
            </a:r>
            <a:r>
              <a:rPr lang="en-US" b="1" spc="5" dirty="0">
                <a:latin typeface="Times New Roman"/>
                <a:cs typeface="Times New Roman"/>
              </a:rPr>
              <a:t>M</a:t>
            </a:r>
            <a:r>
              <a:rPr lang="en-US" b="1" spc="-15" dirty="0">
                <a:latin typeface="Times New Roman"/>
                <a:cs typeface="Times New Roman"/>
              </a:rPr>
              <a:t>P</a:t>
            </a:r>
            <a:r>
              <a:rPr lang="en-US" b="1" dirty="0">
                <a:latin typeface="Times New Roman"/>
                <a:cs typeface="Times New Roman"/>
              </a:rPr>
              <a:t>LE:</a:t>
            </a:r>
            <a:endParaRPr lang="en-US" dirty="0">
              <a:latin typeface="Times New Roman"/>
              <a:cs typeface="Times New Roman"/>
            </a:endParaRPr>
          </a:p>
          <a:p>
            <a:pPr marL="469900" lvl="1">
              <a:spcBef>
                <a:spcPts val="840"/>
              </a:spcBef>
            </a:pPr>
            <a:r>
              <a:rPr lang="en-US" spc="-5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lang="en-US" spc="15" dirty="0">
                <a:solidFill>
                  <a:srgbClr val="FF0000"/>
                </a:solidFill>
                <a:latin typeface="Times New Roman"/>
                <a:cs typeface="Times New Roman"/>
              </a:rPr>
              <a:t>?</a:t>
            </a:r>
            <a:r>
              <a:rPr lang="en-US" dirty="0" err="1">
                <a:solidFill>
                  <a:srgbClr val="FF0000"/>
                </a:solidFill>
                <a:latin typeface="Times New Roman"/>
                <a:cs typeface="Times New Roman"/>
              </a:rPr>
              <a:t>php</a:t>
            </a:r>
            <a:endParaRPr lang="en-US" dirty="0">
              <a:latin typeface="Times New Roman"/>
              <a:cs typeface="Times New Roman"/>
            </a:endParaRPr>
          </a:p>
          <a:p>
            <a:pPr marL="469900" lvl="1">
              <a:spcBef>
                <a:spcPts val="45"/>
              </a:spcBef>
            </a:pPr>
            <a:r>
              <a:rPr lang="en-US" dirty="0">
                <a:latin typeface="Times New Roman"/>
                <a:cs typeface="Times New Roman"/>
              </a:rPr>
              <a:t>$t = 25;</a:t>
            </a:r>
          </a:p>
          <a:p>
            <a:pPr lvl="1">
              <a:spcBef>
                <a:spcPts val="53"/>
              </a:spcBef>
            </a:pPr>
            <a:endParaRPr lang="en-US" dirty="0">
              <a:latin typeface="Times New Roman"/>
              <a:cs typeface="Times New Roman"/>
            </a:endParaRPr>
          </a:p>
          <a:p>
            <a:pPr marL="469900" lvl="1"/>
            <a:r>
              <a:rPr lang="en-US" dirty="0">
                <a:solidFill>
                  <a:srgbClr val="0000CD"/>
                </a:solidFill>
                <a:latin typeface="Times New Roman"/>
                <a:cs typeface="Times New Roman"/>
              </a:rPr>
              <a:t>if</a:t>
            </a:r>
            <a:r>
              <a:rPr lang="en-US" spc="-5" dirty="0">
                <a:solidFill>
                  <a:srgbClr val="0000CD"/>
                </a:solidFill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($t &lt;</a:t>
            </a:r>
            <a:r>
              <a:rPr lang="en-US" spc="-10" dirty="0">
                <a:latin typeface="Times New Roman"/>
                <a:cs typeface="Times New Roman"/>
              </a:rPr>
              <a:t> </a:t>
            </a:r>
            <a:r>
              <a:rPr lang="en-US" spc="-10" dirty="0">
                <a:solidFill>
                  <a:srgbClr val="A42A2A"/>
                </a:solidFill>
                <a:latin typeface="Times New Roman"/>
                <a:cs typeface="Times New Roman"/>
              </a:rPr>
              <a:t>"</a:t>
            </a:r>
            <a:r>
              <a:rPr lang="en-US" dirty="0">
                <a:solidFill>
                  <a:srgbClr val="A42A2A"/>
                </a:solidFill>
                <a:latin typeface="Times New Roman"/>
                <a:cs typeface="Times New Roman"/>
              </a:rPr>
              <a:t>2</a:t>
            </a:r>
            <a:r>
              <a:rPr lang="en-US" spc="10" dirty="0">
                <a:solidFill>
                  <a:srgbClr val="A42A2A"/>
                </a:solidFill>
                <a:latin typeface="Times New Roman"/>
                <a:cs typeface="Times New Roman"/>
              </a:rPr>
              <a:t>0</a:t>
            </a:r>
            <a:r>
              <a:rPr lang="en-US" dirty="0">
                <a:solidFill>
                  <a:srgbClr val="A42A2A"/>
                </a:solidFill>
                <a:latin typeface="Times New Roman"/>
                <a:cs typeface="Times New Roman"/>
              </a:rPr>
              <a:t>"</a:t>
            </a:r>
            <a:r>
              <a:rPr lang="en-US" dirty="0">
                <a:latin typeface="Times New Roman"/>
                <a:cs typeface="Times New Roman"/>
              </a:rPr>
              <a:t>) {</a:t>
            </a:r>
          </a:p>
          <a:p>
            <a:pPr marL="546100" lvl="1">
              <a:spcBef>
                <a:spcPts val="45"/>
              </a:spcBef>
            </a:pPr>
            <a:r>
              <a:rPr lang="en-US" spc="-5" dirty="0">
                <a:solidFill>
                  <a:srgbClr val="0000CD"/>
                </a:solidFill>
                <a:latin typeface="Times New Roman"/>
                <a:cs typeface="Times New Roman"/>
              </a:rPr>
              <a:t>ec</a:t>
            </a:r>
            <a:r>
              <a:rPr lang="en-US" dirty="0">
                <a:solidFill>
                  <a:srgbClr val="0000CD"/>
                </a:solidFill>
                <a:latin typeface="Times New Roman"/>
                <a:cs typeface="Times New Roman"/>
              </a:rPr>
              <a:t>ho</a:t>
            </a:r>
            <a:r>
              <a:rPr lang="en-US" spc="10" dirty="0">
                <a:solidFill>
                  <a:srgbClr val="0000CD"/>
                </a:solidFill>
                <a:latin typeface="Times New Roman"/>
                <a:cs typeface="Times New Roman"/>
              </a:rPr>
              <a:t> </a:t>
            </a:r>
            <a:r>
              <a:rPr lang="en-US" spc="-10" dirty="0">
                <a:solidFill>
                  <a:srgbClr val="A42A2A"/>
                </a:solidFill>
                <a:latin typeface="Times New Roman"/>
                <a:cs typeface="Times New Roman"/>
              </a:rPr>
              <a:t>"</a:t>
            </a:r>
            <a:r>
              <a:rPr lang="en-US" dirty="0">
                <a:solidFill>
                  <a:srgbClr val="A42A2A"/>
                </a:solidFill>
                <a:latin typeface="Times New Roman"/>
                <a:cs typeface="Times New Roman"/>
              </a:rPr>
              <a:t>H</a:t>
            </a:r>
            <a:r>
              <a:rPr lang="en-US" spc="-10" dirty="0">
                <a:solidFill>
                  <a:srgbClr val="A42A2A"/>
                </a:solidFill>
                <a:latin typeface="Times New Roman"/>
                <a:cs typeface="Times New Roman"/>
              </a:rPr>
              <a:t>a</a:t>
            </a:r>
            <a:r>
              <a:rPr lang="en-US" spc="10" dirty="0">
                <a:solidFill>
                  <a:srgbClr val="A42A2A"/>
                </a:solidFill>
                <a:latin typeface="Times New Roman"/>
                <a:cs typeface="Times New Roman"/>
              </a:rPr>
              <a:t>v</a:t>
            </a:r>
            <a:r>
              <a:rPr lang="en-US" dirty="0">
                <a:solidFill>
                  <a:srgbClr val="A42A2A"/>
                </a:solidFill>
                <a:latin typeface="Times New Roman"/>
                <a:cs typeface="Times New Roman"/>
              </a:rPr>
              <a:t>e</a:t>
            </a:r>
            <a:r>
              <a:rPr lang="en-US" spc="-5" dirty="0">
                <a:solidFill>
                  <a:srgbClr val="A42A2A"/>
                </a:solidFill>
                <a:latin typeface="Times New Roman"/>
                <a:cs typeface="Times New Roman"/>
              </a:rPr>
              <a:t> </a:t>
            </a:r>
            <a:r>
              <a:rPr lang="en-US" dirty="0">
                <a:solidFill>
                  <a:srgbClr val="A42A2A"/>
                </a:solidFill>
                <a:latin typeface="Times New Roman"/>
                <a:cs typeface="Times New Roman"/>
              </a:rPr>
              <a:t>a</a:t>
            </a:r>
            <a:r>
              <a:rPr lang="en-US" spc="5" dirty="0">
                <a:solidFill>
                  <a:srgbClr val="A42A2A"/>
                </a:solidFill>
                <a:latin typeface="Times New Roman"/>
                <a:cs typeface="Times New Roman"/>
              </a:rPr>
              <a:t> </a:t>
            </a:r>
            <a:r>
              <a:rPr lang="en-US" spc="-15" dirty="0">
                <a:solidFill>
                  <a:srgbClr val="A42A2A"/>
                </a:solidFill>
                <a:latin typeface="Times New Roman"/>
                <a:cs typeface="Times New Roman"/>
              </a:rPr>
              <a:t>g</a:t>
            </a:r>
            <a:r>
              <a:rPr lang="en-US" dirty="0">
                <a:solidFill>
                  <a:srgbClr val="A42A2A"/>
                </a:solidFill>
                <a:latin typeface="Times New Roman"/>
                <a:cs typeface="Times New Roman"/>
              </a:rPr>
              <a:t>ood d</a:t>
            </a:r>
            <a:r>
              <a:rPr lang="en-US" spc="15" dirty="0">
                <a:solidFill>
                  <a:srgbClr val="A42A2A"/>
                </a:solidFill>
                <a:latin typeface="Times New Roman"/>
                <a:cs typeface="Times New Roman"/>
              </a:rPr>
              <a:t>a</a:t>
            </a:r>
            <a:r>
              <a:rPr lang="en-US" spc="-25" dirty="0">
                <a:solidFill>
                  <a:srgbClr val="A42A2A"/>
                </a:solidFill>
                <a:latin typeface="Times New Roman"/>
                <a:cs typeface="Times New Roman"/>
              </a:rPr>
              <a:t>y</a:t>
            </a:r>
            <a:r>
              <a:rPr lang="en-US" spc="15" dirty="0">
                <a:solidFill>
                  <a:srgbClr val="A42A2A"/>
                </a:solidFill>
                <a:latin typeface="Times New Roman"/>
                <a:cs typeface="Times New Roman"/>
              </a:rPr>
              <a:t>!</a:t>
            </a:r>
            <a:r>
              <a:rPr lang="en-US" spc="-5" dirty="0">
                <a:solidFill>
                  <a:srgbClr val="A42A2A"/>
                </a:solidFill>
                <a:latin typeface="Times New Roman"/>
                <a:cs typeface="Times New Roman"/>
              </a:rPr>
              <a:t>"</a:t>
            </a:r>
            <a:r>
              <a:rPr lang="en-US" dirty="0">
                <a:latin typeface="Times New Roman"/>
                <a:cs typeface="Times New Roman"/>
              </a:rPr>
              <a:t>;</a:t>
            </a:r>
          </a:p>
          <a:p>
            <a:pPr marL="469900" lvl="1">
              <a:spcBef>
                <a:spcPts val="45"/>
              </a:spcBef>
            </a:pPr>
            <a:r>
              <a:rPr lang="en-US" dirty="0">
                <a:latin typeface="Times New Roman"/>
                <a:cs typeface="Times New Roman"/>
              </a:rPr>
              <a:t>} </a:t>
            </a:r>
            <a:r>
              <a:rPr lang="en-US" spc="-5" dirty="0">
                <a:solidFill>
                  <a:srgbClr val="0000CD"/>
                </a:solidFill>
                <a:latin typeface="Times New Roman"/>
                <a:cs typeface="Times New Roman"/>
              </a:rPr>
              <a:t>e</a:t>
            </a:r>
            <a:r>
              <a:rPr lang="en-US" dirty="0">
                <a:solidFill>
                  <a:srgbClr val="0000CD"/>
                </a:solidFill>
                <a:latin typeface="Times New Roman"/>
                <a:cs typeface="Times New Roman"/>
              </a:rPr>
              <a:t>lse</a:t>
            </a:r>
            <a:r>
              <a:rPr lang="en-US" spc="-5" dirty="0">
                <a:solidFill>
                  <a:srgbClr val="0000CD"/>
                </a:solidFill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{</a:t>
            </a:r>
          </a:p>
          <a:p>
            <a:pPr marL="546100" lvl="1">
              <a:spcBef>
                <a:spcPts val="45"/>
              </a:spcBef>
            </a:pPr>
            <a:r>
              <a:rPr lang="en-US" spc="-5" dirty="0">
                <a:solidFill>
                  <a:srgbClr val="0000CD"/>
                </a:solidFill>
                <a:latin typeface="Times New Roman"/>
                <a:cs typeface="Times New Roman"/>
              </a:rPr>
              <a:t>ec</a:t>
            </a:r>
            <a:r>
              <a:rPr lang="en-US" dirty="0">
                <a:solidFill>
                  <a:srgbClr val="0000CD"/>
                </a:solidFill>
                <a:latin typeface="Times New Roman"/>
                <a:cs typeface="Times New Roman"/>
              </a:rPr>
              <a:t>ho</a:t>
            </a:r>
            <a:r>
              <a:rPr lang="en-US" spc="10" dirty="0">
                <a:solidFill>
                  <a:srgbClr val="0000CD"/>
                </a:solidFill>
                <a:latin typeface="Times New Roman"/>
                <a:cs typeface="Times New Roman"/>
              </a:rPr>
              <a:t> </a:t>
            </a:r>
            <a:r>
              <a:rPr lang="en-US" spc="-10" dirty="0">
                <a:solidFill>
                  <a:srgbClr val="A42A2A"/>
                </a:solidFill>
                <a:latin typeface="Times New Roman"/>
                <a:cs typeface="Times New Roman"/>
              </a:rPr>
              <a:t>"</a:t>
            </a:r>
            <a:r>
              <a:rPr lang="en-US" dirty="0">
                <a:solidFill>
                  <a:srgbClr val="A42A2A"/>
                </a:solidFill>
                <a:latin typeface="Times New Roman"/>
                <a:cs typeface="Times New Roman"/>
              </a:rPr>
              <a:t>H</a:t>
            </a:r>
            <a:r>
              <a:rPr lang="en-US" spc="-10" dirty="0">
                <a:solidFill>
                  <a:srgbClr val="A42A2A"/>
                </a:solidFill>
                <a:latin typeface="Times New Roman"/>
                <a:cs typeface="Times New Roman"/>
              </a:rPr>
              <a:t>a</a:t>
            </a:r>
            <a:r>
              <a:rPr lang="en-US" spc="10" dirty="0">
                <a:solidFill>
                  <a:srgbClr val="A42A2A"/>
                </a:solidFill>
                <a:latin typeface="Times New Roman"/>
                <a:cs typeface="Times New Roman"/>
              </a:rPr>
              <a:t>v</a:t>
            </a:r>
            <a:r>
              <a:rPr lang="en-US" dirty="0">
                <a:solidFill>
                  <a:srgbClr val="A42A2A"/>
                </a:solidFill>
                <a:latin typeface="Times New Roman"/>
                <a:cs typeface="Times New Roman"/>
              </a:rPr>
              <a:t>e</a:t>
            </a:r>
            <a:r>
              <a:rPr lang="en-US" spc="-5" dirty="0">
                <a:solidFill>
                  <a:srgbClr val="A42A2A"/>
                </a:solidFill>
                <a:latin typeface="Times New Roman"/>
                <a:cs typeface="Times New Roman"/>
              </a:rPr>
              <a:t> </a:t>
            </a:r>
            <a:r>
              <a:rPr lang="en-US" dirty="0">
                <a:solidFill>
                  <a:srgbClr val="A42A2A"/>
                </a:solidFill>
                <a:latin typeface="Times New Roman"/>
                <a:cs typeface="Times New Roman"/>
              </a:rPr>
              <a:t>a</a:t>
            </a:r>
            <a:r>
              <a:rPr lang="en-US" spc="5" dirty="0">
                <a:solidFill>
                  <a:srgbClr val="A42A2A"/>
                </a:solidFill>
                <a:latin typeface="Times New Roman"/>
                <a:cs typeface="Times New Roman"/>
              </a:rPr>
              <a:t> </a:t>
            </a:r>
            <a:r>
              <a:rPr lang="en-US" spc="-15" dirty="0">
                <a:solidFill>
                  <a:srgbClr val="A42A2A"/>
                </a:solidFill>
                <a:latin typeface="Times New Roman"/>
                <a:cs typeface="Times New Roman"/>
              </a:rPr>
              <a:t>g</a:t>
            </a:r>
            <a:r>
              <a:rPr lang="en-US" dirty="0">
                <a:solidFill>
                  <a:srgbClr val="A42A2A"/>
                </a:solidFill>
                <a:latin typeface="Times New Roman"/>
                <a:cs typeface="Times New Roman"/>
              </a:rPr>
              <a:t>ood n</a:t>
            </a:r>
            <a:r>
              <a:rPr lang="en-US" spc="10" dirty="0">
                <a:solidFill>
                  <a:srgbClr val="A42A2A"/>
                </a:solidFill>
                <a:latin typeface="Times New Roman"/>
                <a:cs typeface="Times New Roman"/>
              </a:rPr>
              <a:t>i</a:t>
            </a:r>
            <a:r>
              <a:rPr lang="en-US" spc="-15" dirty="0">
                <a:solidFill>
                  <a:srgbClr val="A42A2A"/>
                </a:solidFill>
                <a:latin typeface="Times New Roman"/>
                <a:cs typeface="Times New Roman"/>
              </a:rPr>
              <a:t>g</a:t>
            </a:r>
            <a:r>
              <a:rPr lang="en-US" spc="10" dirty="0">
                <a:solidFill>
                  <a:srgbClr val="A42A2A"/>
                </a:solidFill>
                <a:latin typeface="Times New Roman"/>
                <a:cs typeface="Times New Roman"/>
              </a:rPr>
              <a:t>h</a:t>
            </a:r>
            <a:r>
              <a:rPr lang="en-US" dirty="0">
                <a:solidFill>
                  <a:srgbClr val="A42A2A"/>
                </a:solidFill>
                <a:latin typeface="Times New Roman"/>
                <a:cs typeface="Times New Roman"/>
              </a:rPr>
              <a:t>t!</a:t>
            </a:r>
            <a:r>
              <a:rPr lang="en-US" spc="-5" dirty="0">
                <a:solidFill>
                  <a:srgbClr val="A42A2A"/>
                </a:solidFill>
                <a:latin typeface="Times New Roman"/>
                <a:cs typeface="Times New Roman"/>
              </a:rPr>
              <a:t>"</a:t>
            </a:r>
            <a:r>
              <a:rPr lang="en-US" dirty="0">
                <a:latin typeface="Times New Roman"/>
                <a:cs typeface="Times New Roman"/>
              </a:rPr>
              <a:t>;</a:t>
            </a:r>
          </a:p>
          <a:p>
            <a:pPr marL="469900" lvl="1">
              <a:spcBef>
                <a:spcPts val="45"/>
              </a:spcBef>
            </a:pPr>
            <a:r>
              <a:rPr lang="en-US" dirty="0">
                <a:latin typeface="Times New Roman"/>
                <a:cs typeface="Times New Roman"/>
              </a:rPr>
              <a:t>}</a:t>
            </a:r>
          </a:p>
          <a:p>
            <a:pPr marL="469900" lvl="1">
              <a:spcBef>
                <a:spcPts val="35"/>
              </a:spcBef>
            </a:pPr>
            <a:r>
              <a:rPr lang="en-US" spc="15" dirty="0">
                <a:solidFill>
                  <a:srgbClr val="FF0000"/>
                </a:solidFill>
                <a:latin typeface="Times New Roman"/>
                <a:cs typeface="Times New Roman"/>
              </a:rPr>
              <a:t>?&gt;</a:t>
            </a:r>
            <a:endParaRPr lang="en-US" dirty="0">
              <a:latin typeface="Times New Roman"/>
              <a:cs typeface="Times New Roman"/>
            </a:endParaRPr>
          </a:p>
          <a:p>
            <a:endParaRPr lang="en-US" dirty="0">
              <a:latin typeface="Times New Roman" panose="02020603050405020304" pitchFamily="18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88F9B8A-3959-1B48-9C3F-5E02A3D63B18}"/>
              </a:ext>
            </a:extLst>
          </p:cNvPr>
          <p:cNvCxnSpPr/>
          <p:nvPr/>
        </p:nvCxnSpPr>
        <p:spPr>
          <a:xfrm>
            <a:off x="7352145" y="2690715"/>
            <a:ext cx="0" cy="34237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830" y="752999"/>
            <a:ext cx="2947482" cy="4601183"/>
          </a:xfrm>
        </p:spPr>
        <p:txBody>
          <a:bodyPr/>
          <a:lstStyle/>
          <a:p>
            <a:pPr algn="ctr"/>
            <a:r>
              <a:rPr lang="en-US" b="1" dirty="0"/>
              <a:t>Conditional </a:t>
            </a:r>
            <a:br>
              <a:rPr lang="en-US" b="1" dirty="0"/>
            </a:br>
            <a:r>
              <a:rPr lang="en-US" b="1" dirty="0"/>
              <a:t>Statement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D1AD4-D53E-8C96-0794-2F5F70FD2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3707" y="1935374"/>
            <a:ext cx="4864586" cy="3685309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/>
                <a:cs typeface="Times New Roman"/>
              </a:rPr>
              <a:t>Synta</a:t>
            </a:r>
            <a:r>
              <a:rPr lang="en-US" sz="2000" b="1" spc="-5" dirty="0">
                <a:solidFill>
                  <a:schemeClr val="tx1"/>
                </a:solidFill>
                <a:latin typeface="Times New Roman"/>
                <a:cs typeface="Times New Roman"/>
              </a:rPr>
              <a:t>x</a:t>
            </a:r>
            <a:r>
              <a:rPr lang="en-US" sz="2000" b="1" dirty="0">
                <a:solidFill>
                  <a:schemeClr val="tx1"/>
                </a:solidFill>
                <a:latin typeface="Times New Roman"/>
                <a:cs typeface="Times New Roman"/>
              </a:rPr>
              <a:t>:</a:t>
            </a:r>
            <a:endParaRPr lang="en-US" sz="20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502920" lvl="1" indent="0">
              <a:lnSpc>
                <a:spcPct val="100000"/>
              </a:lnSpc>
              <a:spcBef>
                <a:spcPts val="790"/>
              </a:spcBef>
              <a:buNone/>
            </a:pP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if </a:t>
            </a:r>
            <a:r>
              <a:rPr lang="en-US" spc="-5" dirty="0">
                <a:solidFill>
                  <a:schemeClr val="tx1"/>
                </a:solidFill>
                <a:latin typeface="Times New Roman"/>
                <a:cs typeface="Times New Roman"/>
              </a:rPr>
              <a:t>(c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ondition) {</a:t>
            </a:r>
          </a:p>
          <a:p>
            <a:pPr marL="502920" lvl="1" indent="0">
              <a:lnSpc>
                <a:spcPct val="100000"/>
              </a:lnSpc>
              <a:spcBef>
                <a:spcPts val="45"/>
              </a:spcBef>
              <a:buNone/>
            </a:pPr>
            <a:r>
              <a:rPr lang="en-US" spc="-5" dirty="0">
                <a:solidFill>
                  <a:schemeClr val="tx1"/>
                </a:solidFill>
                <a:latin typeface="Times New Roman"/>
                <a:cs typeface="Times New Roman"/>
              </a:rPr>
              <a:t>c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ode</a:t>
            </a:r>
            <a:r>
              <a:rPr lang="en-US" spc="-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to be</a:t>
            </a:r>
            <a:r>
              <a:rPr lang="en-US" spc="-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pc="5" dirty="0">
                <a:solidFill>
                  <a:schemeClr val="tx1"/>
                </a:solidFill>
                <a:latin typeface="Times New Roman"/>
                <a:cs typeface="Times New Roman"/>
              </a:rPr>
              <a:t>e</a:t>
            </a:r>
            <a:r>
              <a:rPr lang="en-US" spc="-5" dirty="0">
                <a:solidFill>
                  <a:schemeClr val="tx1"/>
                </a:solidFill>
                <a:latin typeface="Times New Roman"/>
                <a:cs typeface="Times New Roman"/>
              </a:rPr>
              <a:t>x</a:t>
            </a:r>
            <a:r>
              <a:rPr lang="en-US" spc="5" dirty="0">
                <a:solidFill>
                  <a:schemeClr val="tx1"/>
                </a:solidFill>
                <a:latin typeface="Times New Roman"/>
                <a:cs typeface="Times New Roman"/>
              </a:rPr>
              <a:t>e</a:t>
            </a:r>
            <a:r>
              <a:rPr lang="en-US" spc="-5" dirty="0">
                <a:solidFill>
                  <a:schemeClr val="tx1"/>
                </a:solidFill>
                <a:latin typeface="Times New Roman"/>
                <a:cs typeface="Times New Roman"/>
              </a:rPr>
              <a:t>c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uted if this condition is tru</a:t>
            </a:r>
            <a:r>
              <a:rPr lang="en-US" spc="-5" dirty="0">
                <a:solidFill>
                  <a:schemeClr val="tx1"/>
                </a:solidFill>
                <a:latin typeface="Times New Roman"/>
                <a:cs typeface="Times New Roman"/>
              </a:rPr>
              <a:t>e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;</a:t>
            </a:r>
          </a:p>
          <a:p>
            <a:pPr marL="502920" lvl="1" indent="0">
              <a:lnSpc>
                <a:spcPct val="100000"/>
              </a:lnSpc>
              <a:spcBef>
                <a:spcPts val="45"/>
              </a:spcBef>
              <a:buNone/>
            </a:pP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} </a:t>
            </a:r>
            <a:r>
              <a:rPr lang="en-US" spc="-5" dirty="0">
                <a:solidFill>
                  <a:schemeClr val="tx1"/>
                </a:solidFill>
                <a:latin typeface="Times New Roman"/>
                <a:cs typeface="Times New Roman"/>
              </a:rPr>
              <a:t>e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lseif </a:t>
            </a:r>
            <a:r>
              <a:rPr lang="en-US" spc="-10" dirty="0">
                <a:solidFill>
                  <a:schemeClr val="tx1"/>
                </a:solidFill>
                <a:latin typeface="Times New Roman"/>
                <a:cs typeface="Times New Roman"/>
              </a:rPr>
              <a:t>(</a:t>
            </a:r>
            <a:r>
              <a:rPr lang="en-US" spc="-5" dirty="0">
                <a:solidFill>
                  <a:schemeClr val="tx1"/>
                </a:solidFill>
                <a:latin typeface="Times New Roman"/>
                <a:cs typeface="Times New Roman"/>
              </a:rPr>
              <a:t>c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ondition) {</a:t>
            </a:r>
          </a:p>
          <a:p>
            <a:pPr marL="502920" lvl="1" indent="0">
              <a:lnSpc>
                <a:spcPct val="100000"/>
              </a:lnSpc>
              <a:spcBef>
                <a:spcPts val="50"/>
              </a:spcBef>
              <a:buNone/>
            </a:pPr>
            <a:r>
              <a:rPr lang="en-US" spc="-5" dirty="0">
                <a:solidFill>
                  <a:schemeClr val="tx1"/>
                </a:solidFill>
                <a:latin typeface="Times New Roman"/>
                <a:cs typeface="Times New Roman"/>
              </a:rPr>
              <a:t>c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ode</a:t>
            </a:r>
            <a:r>
              <a:rPr lang="en-US" spc="-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to be e</a:t>
            </a:r>
            <a:r>
              <a:rPr lang="en-US" spc="-5" dirty="0">
                <a:solidFill>
                  <a:schemeClr val="tx1"/>
                </a:solidFill>
                <a:latin typeface="Times New Roman"/>
                <a:cs typeface="Times New Roman"/>
              </a:rPr>
              <a:t>x</a:t>
            </a:r>
            <a:r>
              <a:rPr lang="en-US" spc="5" dirty="0">
                <a:solidFill>
                  <a:schemeClr val="tx1"/>
                </a:solidFill>
                <a:latin typeface="Times New Roman"/>
                <a:cs typeface="Times New Roman"/>
              </a:rPr>
              <a:t>e</a:t>
            </a:r>
            <a:r>
              <a:rPr lang="en-US" spc="-5" dirty="0">
                <a:solidFill>
                  <a:schemeClr val="tx1"/>
                </a:solidFill>
                <a:latin typeface="Times New Roman"/>
                <a:cs typeface="Times New Roman"/>
              </a:rPr>
              <a:t>c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uted if first condition is false</a:t>
            </a:r>
            <a:r>
              <a:rPr lang="en-US" spc="-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and</a:t>
            </a:r>
            <a:r>
              <a:rPr lang="en-US" spc="-1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this </a:t>
            </a:r>
            <a:r>
              <a:rPr lang="en-US" spc="-5" dirty="0">
                <a:solidFill>
                  <a:schemeClr val="tx1"/>
                </a:solidFill>
                <a:latin typeface="Times New Roman"/>
                <a:cs typeface="Times New Roman"/>
              </a:rPr>
              <a:t>c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ondition is tru</a:t>
            </a:r>
            <a:r>
              <a:rPr lang="en-US" spc="-5" dirty="0">
                <a:solidFill>
                  <a:schemeClr val="tx1"/>
                </a:solidFill>
                <a:latin typeface="Times New Roman"/>
                <a:cs typeface="Times New Roman"/>
              </a:rPr>
              <a:t>e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;</a:t>
            </a:r>
          </a:p>
          <a:p>
            <a:pPr marL="502920" lvl="1" indent="0">
              <a:lnSpc>
                <a:spcPct val="100000"/>
              </a:lnSpc>
              <a:spcBef>
                <a:spcPts val="45"/>
              </a:spcBef>
              <a:buNone/>
            </a:pP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} </a:t>
            </a:r>
            <a:r>
              <a:rPr lang="en-US" spc="-5" dirty="0">
                <a:solidFill>
                  <a:schemeClr val="tx1"/>
                </a:solidFill>
                <a:latin typeface="Times New Roman"/>
                <a:cs typeface="Times New Roman"/>
              </a:rPr>
              <a:t>e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lse {</a:t>
            </a:r>
          </a:p>
          <a:p>
            <a:pPr marL="502920" lvl="1" indent="0">
              <a:lnSpc>
                <a:spcPct val="100000"/>
              </a:lnSpc>
              <a:spcBef>
                <a:spcPts val="45"/>
              </a:spcBef>
              <a:buNone/>
            </a:pPr>
            <a:r>
              <a:rPr lang="en-US" spc="-5" dirty="0">
                <a:solidFill>
                  <a:schemeClr val="tx1"/>
                </a:solidFill>
                <a:latin typeface="Times New Roman"/>
                <a:cs typeface="Times New Roman"/>
              </a:rPr>
              <a:t>c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ode</a:t>
            </a:r>
            <a:r>
              <a:rPr lang="en-US" spc="-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to be e</a:t>
            </a:r>
            <a:r>
              <a:rPr lang="en-US" spc="-5" dirty="0">
                <a:solidFill>
                  <a:schemeClr val="tx1"/>
                </a:solidFill>
                <a:latin typeface="Times New Roman"/>
                <a:cs typeface="Times New Roman"/>
              </a:rPr>
              <a:t>x</a:t>
            </a:r>
            <a:r>
              <a:rPr lang="en-US" spc="5" dirty="0">
                <a:solidFill>
                  <a:schemeClr val="tx1"/>
                </a:solidFill>
                <a:latin typeface="Times New Roman"/>
                <a:cs typeface="Times New Roman"/>
              </a:rPr>
              <a:t>e</a:t>
            </a:r>
            <a:r>
              <a:rPr lang="en-US" spc="-5" dirty="0">
                <a:solidFill>
                  <a:schemeClr val="tx1"/>
                </a:solidFill>
                <a:latin typeface="Times New Roman"/>
                <a:cs typeface="Times New Roman"/>
              </a:rPr>
              <a:t>c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uted if all conditions are false;</a:t>
            </a:r>
          </a:p>
          <a:p>
            <a:pPr marL="502920" lvl="1" indent="0">
              <a:lnSpc>
                <a:spcPct val="100000"/>
              </a:lnSpc>
              <a:spcBef>
                <a:spcPts val="45"/>
              </a:spcBef>
              <a:buNone/>
            </a:pP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08359" y="752999"/>
            <a:ext cx="7975600" cy="1182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2000" b="1" dirty="0">
                <a:latin typeface="Times New Roman"/>
                <a:cs typeface="Times New Roman"/>
              </a:rPr>
              <a:t>The if..</a:t>
            </a:r>
            <a:r>
              <a:rPr lang="en-US" sz="2000" b="1" spc="-10" dirty="0">
                <a:latin typeface="Times New Roman"/>
                <a:cs typeface="Times New Roman"/>
              </a:rPr>
              <a:t>.</a:t>
            </a:r>
            <a:r>
              <a:rPr lang="en-US" sz="2000" b="1" dirty="0">
                <a:latin typeface="Times New Roman"/>
                <a:cs typeface="Times New Roman"/>
              </a:rPr>
              <a:t>el</a:t>
            </a:r>
            <a:r>
              <a:rPr lang="en-US" sz="2000" b="1" spc="-10" dirty="0">
                <a:latin typeface="Times New Roman"/>
                <a:cs typeface="Times New Roman"/>
              </a:rPr>
              <a:t>s</a:t>
            </a:r>
            <a:r>
              <a:rPr lang="en-US" sz="2000" b="1" dirty="0">
                <a:latin typeface="Times New Roman"/>
                <a:cs typeface="Times New Roman"/>
              </a:rPr>
              <a:t>eif</a:t>
            </a:r>
            <a:r>
              <a:rPr lang="en-US" sz="2000" b="1" spc="-15" dirty="0">
                <a:latin typeface="Times New Roman"/>
                <a:cs typeface="Times New Roman"/>
              </a:rPr>
              <a:t>.</a:t>
            </a:r>
            <a:r>
              <a:rPr lang="en-US" sz="2000" b="1" dirty="0">
                <a:latin typeface="Times New Roman"/>
                <a:cs typeface="Times New Roman"/>
              </a:rPr>
              <a:t>.</a:t>
            </a:r>
            <a:r>
              <a:rPr lang="en-US" sz="2000" b="1" spc="-10" dirty="0">
                <a:latin typeface="Times New Roman"/>
                <a:cs typeface="Times New Roman"/>
              </a:rPr>
              <a:t>.</a:t>
            </a:r>
            <a:r>
              <a:rPr lang="en-US" sz="2000" b="1" dirty="0">
                <a:latin typeface="Times New Roman"/>
                <a:cs typeface="Times New Roman"/>
              </a:rPr>
              <a:t>else S</a:t>
            </a:r>
            <a:r>
              <a:rPr lang="en-US" sz="2000" b="1" spc="-15" dirty="0">
                <a:latin typeface="Times New Roman"/>
                <a:cs typeface="Times New Roman"/>
              </a:rPr>
              <a:t>t</a:t>
            </a:r>
            <a:r>
              <a:rPr lang="en-US" sz="2000" b="1" dirty="0">
                <a:latin typeface="Times New Roman"/>
                <a:cs typeface="Times New Roman"/>
              </a:rPr>
              <a:t>ate</a:t>
            </a:r>
            <a:r>
              <a:rPr lang="en-US" sz="2000" b="1" spc="-20" dirty="0">
                <a:latin typeface="Times New Roman"/>
                <a:cs typeface="Times New Roman"/>
              </a:rPr>
              <a:t>m</a:t>
            </a:r>
            <a:r>
              <a:rPr lang="en-US" sz="2000" b="1" dirty="0">
                <a:latin typeface="Times New Roman"/>
                <a:cs typeface="Times New Roman"/>
              </a:rPr>
              <a:t>ent</a:t>
            </a:r>
            <a:endParaRPr lang="en-US"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3"/>
              </a:spcBef>
            </a:pPr>
            <a:endParaRPr lang="en-US"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en-US" dirty="0">
                <a:latin typeface="Times New Roman"/>
                <a:cs typeface="Times New Roman"/>
              </a:rPr>
              <a:t>The</a:t>
            </a:r>
            <a:r>
              <a:rPr lang="en-US" spc="-10" dirty="0">
                <a:latin typeface="Times New Roman"/>
                <a:cs typeface="Times New Roman"/>
              </a:rPr>
              <a:t> </a:t>
            </a:r>
            <a:r>
              <a:rPr lang="en-US" dirty="0">
                <a:solidFill>
                  <a:srgbClr val="DC133B"/>
                </a:solidFill>
                <a:latin typeface="Times New Roman"/>
                <a:cs typeface="Times New Roman"/>
              </a:rPr>
              <a:t>if...</a:t>
            </a:r>
            <a:r>
              <a:rPr lang="en-US" spc="-10" dirty="0" err="1">
                <a:solidFill>
                  <a:srgbClr val="DC133B"/>
                </a:solidFill>
                <a:latin typeface="Times New Roman"/>
                <a:cs typeface="Times New Roman"/>
              </a:rPr>
              <a:t>e</a:t>
            </a:r>
            <a:r>
              <a:rPr lang="en-US" dirty="0" err="1">
                <a:solidFill>
                  <a:srgbClr val="DC133B"/>
                </a:solidFill>
                <a:latin typeface="Times New Roman"/>
                <a:cs typeface="Times New Roman"/>
              </a:rPr>
              <a:t>lseif</a:t>
            </a:r>
            <a:r>
              <a:rPr lang="en-US" dirty="0">
                <a:solidFill>
                  <a:srgbClr val="DC133B"/>
                </a:solidFill>
                <a:latin typeface="Times New Roman"/>
                <a:cs typeface="Times New Roman"/>
              </a:rPr>
              <a:t>..</a:t>
            </a:r>
            <a:r>
              <a:rPr lang="en-US" spc="5" dirty="0">
                <a:solidFill>
                  <a:srgbClr val="DC133B"/>
                </a:solidFill>
                <a:latin typeface="Times New Roman"/>
                <a:cs typeface="Times New Roman"/>
              </a:rPr>
              <a:t>.</a:t>
            </a:r>
            <a:r>
              <a:rPr lang="en-US" spc="-5" dirty="0">
                <a:solidFill>
                  <a:srgbClr val="DC133B"/>
                </a:solidFill>
                <a:latin typeface="Times New Roman"/>
                <a:cs typeface="Times New Roman"/>
              </a:rPr>
              <a:t>e</a:t>
            </a:r>
            <a:r>
              <a:rPr lang="en-US" dirty="0">
                <a:solidFill>
                  <a:srgbClr val="DC133B"/>
                </a:solidFill>
                <a:latin typeface="Times New Roman"/>
                <a:cs typeface="Times New Roman"/>
              </a:rPr>
              <a:t>lse</a:t>
            </a:r>
            <a:r>
              <a:rPr lang="en-US" spc="-5" dirty="0">
                <a:solidFill>
                  <a:srgbClr val="DC133B"/>
                </a:solidFill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stat</a:t>
            </a:r>
            <a:r>
              <a:rPr lang="en-US" spc="5" dirty="0">
                <a:latin typeface="Times New Roman"/>
                <a:cs typeface="Times New Roman"/>
              </a:rPr>
              <a:t>e</a:t>
            </a:r>
            <a:r>
              <a:rPr lang="en-US" dirty="0">
                <a:latin typeface="Times New Roman"/>
                <a:cs typeface="Times New Roman"/>
              </a:rPr>
              <a:t>ment </a:t>
            </a:r>
            <a:r>
              <a:rPr lang="en-US" spc="-5" dirty="0">
                <a:latin typeface="Times New Roman"/>
                <a:cs typeface="Times New Roman"/>
              </a:rPr>
              <a:t>e</a:t>
            </a:r>
            <a:r>
              <a:rPr lang="en-US" spc="10" dirty="0">
                <a:latin typeface="Times New Roman"/>
                <a:cs typeface="Times New Roman"/>
              </a:rPr>
              <a:t>x</a:t>
            </a:r>
            <a:r>
              <a:rPr lang="en-US" spc="-5" dirty="0">
                <a:latin typeface="Times New Roman"/>
                <a:cs typeface="Times New Roman"/>
              </a:rPr>
              <a:t>ec</a:t>
            </a:r>
            <a:r>
              <a:rPr lang="en-US" dirty="0">
                <a:latin typeface="Times New Roman"/>
                <a:cs typeface="Times New Roman"/>
              </a:rPr>
              <a:t>utes dif</a:t>
            </a:r>
            <a:r>
              <a:rPr lang="en-US" spc="-10" dirty="0">
                <a:latin typeface="Times New Roman"/>
                <a:cs typeface="Times New Roman"/>
              </a:rPr>
              <a:t>f</a:t>
            </a:r>
            <a:r>
              <a:rPr lang="en-US" spc="-5" dirty="0">
                <a:latin typeface="Times New Roman"/>
                <a:cs typeface="Times New Roman"/>
              </a:rPr>
              <a:t>e</a:t>
            </a:r>
            <a:r>
              <a:rPr lang="en-US" spc="5" dirty="0">
                <a:latin typeface="Times New Roman"/>
                <a:cs typeface="Times New Roman"/>
              </a:rPr>
              <a:t>r</a:t>
            </a:r>
            <a:r>
              <a:rPr lang="en-US" spc="-5" dirty="0">
                <a:latin typeface="Times New Roman"/>
                <a:cs typeface="Times New Roman"/>
              </a:rPr>
              <a:t>e</a:t>
            </a:r>
            <a:r>
              <a:rPr lang="en-US" dirty="0">
                <a:latin typeface="Times New Roman"/>
                <a:cs typeface="Times New Roman"/>
              </a:rPr>
              <a:t>nt </a:t>
            </a:r>
            <a:r>
              <a:rPr lang="en-US" spc="5" dirty="0">
                <a:latin typeface="Times New Roman"/>
                <a:cs typeface="Times New Roman"/>
              </a:rPr>
              <a:t>c</a:t>
            </a:r>
            <a:r>
              <a:rPr lang="en-US" dirty="0">
                <a:latin typeface="Times New Roman"/>
                <a:cs typeface="Times New Roman"/>
              </a:rPr>
              <a:t>od</a:t>
            </a:r>
            <a:r>
              <a:rPr lang="en-US" spc="-5" dirty="0">
                <a:latin typeface="Times New Roman"/>
                <a:cs typeface="Times New Roman"/>
              </a:rPr>
              <a:t>e</a:t>
            </a:r>
            <a:r>
              <a:rPr lang="en-US" dirty="0">
                <a:latin typeface="Times New Roman"/>
                <a:cs typeface="Times New Roman"/>
              </a:rPr>
              <a:t>s for</a:t>
            </a:r>
            <a:r>
              <a:rPr lang="en-US" spc="-1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more</a:t>
            </a:r>
            <a:r>
              <a:rPr lang="en-US" spc="-1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t</a:t>
            </a:r>
            <a:r>
              <a:rPr lang="en-US" spc="10" dirty="0">
                <a:latin typeface="Times New Roman"/>
                <a:cs typeface="Times New Roman"/>
              </a:rPr>
              <a:t>h</a:t>
            </a:r>
            <a:r>
              <a:rPr lang="en-US" spc="-5" dirty="0">
                <a:latin typeface="Times New Roman"/>
                <a:cs typeface="Times New Roman"/>
              </a:rPr>
              <a:t>a</a:t>
            </a:r>
            <a:r>
              <a:rPr lang="en-US" dirty="0">
                <a:latin typeface="Times New Roman"/>
                <a:cs typeface="Times New Roman"/>
              </a:rPr>
              <a:t>n two </a:t>
            </a:r>
            <a:r>
              <a:rPr lang="en-US" spc="5" dirty="0">
                <a:latin typeface="Times New Roman"/>
                <a:cs typeface="Times New Roman"/>
              </a:rPr>
              <a:t>c</a:t>
            </a:r>
            <a:r>
              <a:rPr lang="en-US" dirty="0">
                <a:latin typeface="Times New Roman"/>
                <a:cs typeface="Times New Roman"/>
              </a:rPr>
              <a:t>onditions.</a:t>
            </a:r>
          </a:p>
          <a:p>
            <a:pPr>
              <a:lnSpc>
                <a:spcPct val="100000"/>
              </a:lnSpc>
              <a:spcBef>
                <a:spcPts val="12"/>
              </a:spcBef>
            </a:pPr>
            <a:endParaRPr lang="en-US" sz="1600" dirty="0">
              <a:latin typeface="Times New Roman"/>
              <a:cs typeface="Times New Roman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87081" y="2309090"/>
            <a:ext cx="3396878" cy="3795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b="1" dirty="0">
                <a:latin typeface="Times New Roman"/>
                <a:cs typeface="Times New Roman"/>
              </a:rPr>
              <a:t>EX</a:t>
            </a:r>
            <a:r>
              <a:rPr lang="en-US" b="1" spc="-5" dirty="0">
                <a:latin typeface="Times New Roman"/>
                <a:cs typeface="Times New Roman"/>
              </a:rPr>
              <a:t>A</a:t>
            </a:r>
            <a:r>
              <a:rPr lang="en-US" b="1" spc="5" dirty="0">
                <a:latin typeface="Times New Roman"/>
                <a:cs typeface="Times New Roman"/>
              </a:rPr>
              <a:t>M</a:t>
            </a:r>
            <a:r>
              <a:rPr lang="en-US" b="1" spc="-15" dirty="0">
                <a:latin typeface="Times New Roman"/>
                <a:cs typeface="Times New Roman"/>
              </a:rPr>
              <a:t>P</a:t>
            </a:r>
            <a:r>
              <a:rPr lang="en-US" b="1" dirty="0">
                <a:latin typeface="Times New Roman"/>
                <a:cs typeface="Times New Roman"/>
              </a:rPr>
              <a:t>LE:</a:t>
            </a:r>
            <a:endParaRPr lang="en-US" dirty="0">
              <a:latin typeface="Times New Roman"/>
              <a:cs typeface="Times New Roman"/>
            </a:endParaRPr>
          </a:p>
          <a:p>
            <a:pPr marL="469900" lvl="1">
              <a:spcBef>
                <a:spcPts val="825"/>
              </a:spcBef>
            </a:pPr>
            <a:r>
              <a:rPr lang="en-US" spc="-5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lang="en-US" spc="15" dirty="0">
                <a:solidFill>
                  <a:srgbClr val="FF0000"/>
                </a:solidFill>
                <a:latin typeface="Times New Roman"/>
                <a:cs typeface="Times New Roman"/>
              </a:rPr>
              <a:t>?</a:t>
            </a:r>
            <a:r>
              <a:rPr lang="en-US" dirty="0" err="1">
                <a:solidFill>
                  <a:srgbClr val="FF0000"/>
                </a:solidFill>
                <a:latin typeface="Times New Roman"/>
                <a:cs typeface="Times New Roman"/>
              </a:rPr>
              <a:t>php</a:t>
            </a:r>
            <a:endParaRPr lang="en-US" dirty="0">
              <a:latin typeface="Times New Roman"/>
              <a:cs typeface="Times New Roman"/>
            </a:endParaRPr>
          </a:p>
          <a:p>
            <a:pPr marL="469900" lvl="1"/>
            <a:r>
              <a:rPr lang="en-US" dirty="0">
                <a:latin typeface="Times New Roman"/>
                <a:cs typeface="Times New Roman"/>
              </a:rPr>
              <a:t>$t =</a:t>
            </a:r>
            <a:r>
              <a:rPr lang="en-US" spc="-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1</a:t>
            </a:r>
            <a:r>
              <a:rPr lang="en-US" spc="-5" dirty="0">
                <a:latin typeface="Times New Roman"/>
                <a:cs typeface="Times New Roman"/>
              </a:rPr>
              <a:t>5</a:t>
            </a:r>
            <a:r>
              <a:rPr lang="en-US" dirty="0">
                <a:latin typeface="Times New Roman"/>
                <a:cs typeface="Times New Roman"/>
              </a:rPr>
              <a:t>;</a:t>
            </a:r>
            <a:endParaRPr lang="en-US" dirty="0">
              <a:solidFill>
                <a:srgbClr val="0000CD"/>
              </a:solidFill>
              <a:latin typeface="Times New Roman"/>
              <a:cs typeface="Times New Roman"/>
            </a:endParaRPr>
          </a:p>
          <a:p>
            <a:pPr marL="469900" lvl="1"/>
            <a:r>
              <a:rPr lang="en-US" dirty="0">
                <a:solidFill>
                  <a:srgbClr val="0000CD"/>
                </a:solidFill>
                <a:latin typeface="Times New Roman"/>
                <a:cs typeface="Times New Roman"/>
              </a:rPr>
              <a:t>if</a:t>
            </a:r>
            <a:r>
              <a:rPr lang="en-US" spc="-5" dirty="0">
                <a:solidFill>
                  <a:srgbClr val="0000CD"/>
                </a:solidFill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($t &lt;</a:t>
            </a:r>
            <a:r>
              <a:rPr lang="en-US" spc="-10" dirty="0">
                <a:latin typeface="Times New Roman"/>
                <a:cs typeface="Times New Roman"/>
              </a:rPr>
              <a:t> </a:t>
            </a:r>
            <a:r>
              <a:rPr lang="en-US" spc="-10" dirty="0">
                <a:solidFill>
                  <a:srgbClr val="A42A2A"/>
                </a:solidFill>
                <a:latin typeface="Times New Roman"/>
                <a:cs typeface="Times New Roman"/>
              </a:rPr>
              <a:t>"</a:t>
            </a:r>
            <a:r>
              <a:rPr lang="en-US" dirty="0">
                <a:solidFill>
                  <a:srgbClr val="A42A2A"/>
                </a:solidFill>
                <a:latin typeface="Times New Roman"/>
                <a:cs typeface="Times New Roman"/>
              </a:rPr>
              <a:t>1</a:t>
            </a:r>
            <a:r>
              <a:rPr lang="en-US" spc="10" dirty="0">
                <a:solidFill>
                  <a:srgbClr val="A42A2A"/>
                </a:solidFill>
                <a:latin typeface="Times New Roman"/>
                <a:cs typeface="Times New Roman"/>
              </a:rPr>
              <a:t>0</a:t>
            </a:r>
            <a:r>
              <a:rPr lang="en-US" dirty="0">
                <a:solidFill>
                  <a:srgbClr val="A42A2A"/>
                </a:solidFill>
                <a:latin typeface="Times New Roman"/>
                <a:cs typeface="Times New Roman"/>
              </a:rPr>
              <a:t>"</a:t>
            </a:r>
            <a:r>
              <a:rPr lang="en-US" dirty="0">
                <a:latin typeface="Times New Roman"/>
                <a:cs typeface="Times New Roman"/>
              </a:rPr>
              <a:t>) {</a:t>
            </a:r>
          </a:p>
          <a:p>
            <a:pPr marL="546100" lvl="1"/>
            <a:r>
              <a:rPr lang="en-US" spc="-5" dirty="0">
                <a:solidFill>
                  <a:srgbClr val="0000CD"/>
                </a:solidFill>
                <a:latin typeface="Times New Roman"/>
                <a:cs typeface="Times New Roman"/>
              </a:rPr>
              <a:t>ec</a:t>
            </a:r>
            <a:r>
              <a:rPr lang="en-US" dirty="0">
                <a:solidFill>
                  <a:srgbClr val="0000CD"/>
                </a:solidFill>
                <a:latin typeface="Times New Roman"/>
                <a:cs typeface="Times New Roman"/>
              </a:rPr>
              <a:t>ho</a:t>
            </a:r>
            <a:r>
              <a:rPr lang="en-US" spc="10" dirty="0">
                <a:solidFill>
                  <a:srgbClr val="0000CD"/>
                </a:solidFill>
                <a:latin typeface="Times New Roman"/>
                <a:cs typeface="Times New Roman"/>
              </a:rPr>
              <a:t> </a:t>
            </a:r>
            <a:r>
              <a:rPr lang="en-US" spc="-10" dirty="0">
                <a:solidFill>
                  <a:srgbClr val="A42A2A"/>
                </a:solidFill>
                <a:latin typeface="Times New Roman"/>
                <a:cs typeface="Times New Roman"/>
              </a:rPr>
              <a:t>"</a:t>
            </a:r>
            <a:r>
              <a:rPr lang="en-US" dirty="0">
                <a:solidFill>
                  <a:srgbClr val="A42A2A"/>
                </a:solidFill>
                <a:latin typeface="Times New Roman"/>
                <a:cs typeface="Times New Roman"/>
              </a:rPr>
              <a:t>H</a:t>
            </a:r>
            <a:r>
              <a:rPr lang="en-US" spc="-10" dirty="0">
                <a:solidFill>
                  <a:srgbClr val="A42A2A"/>
                </a:solidFill>
                <a:latin typeface="Times New Roman"/>
                <a:cs typeface="Times New Roman"/>
              </a:rPr>
              <a:t>a</a:t>
            </a:r>
            <a:r>
              <a:rPr lang="en-US" spc="10" dirty="0">
                <a:solidFill>
                  <a:srgbClr val="A42A2A"/>
                </a:solidFill>
                <a:latin typeface="Times New Roman"/>
                <a:cs typeface="Times New Roman"/>
              </a:rPr>
              <a:t>v</a:t>
            </a:r>
            <a:r>
              <a:rPr lang="en-US" dirty="0">
                <a:solidFill>
                  <a:srgbClr val="A42A2A"/>
                </a:solidFill>
                <a:latin typeface="Times New Roman"/>
                <a:cs typeface="Times New Roman"/>
              </a:rPr>
              <a:t>e</a:t>
            </a:r>
            <a:r>
              <a:rPr lang="en-US" spc="-5" dirty="0">
                <a:solidFill>
                  <a:srgbClr val="A42A2A"/>
                </a:solidFill>
                <a:latin typeface="Times New Roman"/>
                <a:cs typeface="Times New Roman"/>
              </a:rPr>
              <a:t> </a:t>
            </a:r>
            <a:r>
              <a:rPr lang="en-US" dirty="0">
                <a:solidFill>
                  <a:srgbClr val="A42A2A"/>
                </a:solidFill>
                <a:latin typeface="Times New Roman"/>
                <a:cs typeface="Times New Roman"/>
              </a:rPr>
              <a:t>a</a:t>
            </a:r>
            <a:r>
              <a:rPr lang="en-US" spc="5" dirty="0">
                <a:solidFill>
                  <a:srgbClr val="A42A2A"/>
                </a:solidFill>
                <a:latin typeface="Times New Roman"/>
                <a:cs typeface="Times New Roman"/>
              </a:rPr>
              <a:t> </a:t>
            </a:r>
            <a:r>
              <a:rPr lang="en-US" spc="-15" dirty="0">
                <a:solidFill>
                  <a:srgbClr val="A42A2A"/>
                </a:solidFill>
                <a:latin typeface="Times New Roman"/>
                <a:cs typeface="Times New Roman"/>
              </a:rPr>
              <a:t>g</a:t>
            </a:r>
            <a:r>
              <a:rPr lang="en-US" dirty="0">
                <a:solidFill>
                  <a:srgbClr val="A42A2A"/>
                </a:solidFill>
                <a:latin typeface="Times New Roman"/>
                <a:cs typeface="Times New Roman"/>
              </a:rPr>
              <a:t>ood mo</a:t>
            </a:r>
            <a:r>
              <a:rPr lang="en-US" spc="5" dirty="0">
                <a:solidFill>
                  <a:srgbClr val="A42A2A"/>
                </a:solidFill>
                <a:latin typeface="Times New Roman"/>
                <a:cs typeface="Times New Roman"/>
              </a:rPr>
              <a:t>r</a:t>
            </a:r>
            <a:r>
              <a:rPr lang="en-US" dirty="0">
                <a:solidFill>
                  <a:srgbClr val="A42A2A"/>
                </a:solidFill>
                <a:latin typeface="Times New Roman"/>
                <a:cs typeface="Times New Roman"/>
              </a:rPr>
              <a:t>nin</a:t>
            </a:r>
            <a:r>
              <a:rPr lang="en-US" spc="-10" dirty="0">
                <a:solidFill>
                  <a:srgbClr val="A42A2A"/>
                </a:solidFill>
                <a:latin typeface="Times New Roman"/>
                <a:cs typeface="Times New Roman"/>
              </a:rPr>
              <a:t>g</a:t>
            </a:r>
            <a:r>
              <a:rPr lang="en-US" spc="5" dirty="0">
                <a:solidFill>
                  <a:srgbClr val="A42A2A"/>
                </a:solidFill>
                <a:latin typeface="Times New Roman"/>
                <a:cs typeface="Times New Roman"/>
              </a:rPr>
              <a:t>!</a:t>
            </a:r>
            <a:r>
              <a:rPr lang="en-US" spc="-5" dirty="0">
                <a:solidFill>
                  <a:srgbClr val="A42A2A"/>
                </a:solidFill>
                <a:latin typeface="Times New Roman"/>
                <a:cs typeface="Times New Roman"/>
              </a:rPr>
              <a:t>"</a:t>
            </a:r>
            <a:r>
              <a:rPr lang="en-US" dirty="0">
                <a:latin typeface="Times New Roman"/>
                <a:cs typeface="Times New Roman"/>
              </a:rPr>
              <a:t>;</a:t>
            </a:r>
          </a:p>
          <a:p>
            <a:pPr marL="469900" lvl="1"/>
            <a:r>
              <a:rPr lang="en-US" dirty="0">
                <a:latin typeface="Times New Roman"/>
                <a:cs typeface="Times New Roman"/>
              </a:rPr>
              <a:t>} </a:t>
            </a:r>
            <a:r>
              <a:rPr lang="en-US" spc="-5" dirty="0" err="1">
                <a:solidFill>
                  <a:srgbClr val="0000CD"/>
                </a:solidFill>
                <a:latin typeface="Times New Roman"/>
                <a:cs typeface="Times New Roman"/>
              </a:rPr>
              <a:t>e</a:t>
            </a:r>
            <a:r>
              <a:rPr lang="en-US" dirty="0" err="1">
                <a:solidFill>
                  <a:srgbClr val="0000CD"/>
                </a:solidFill>
                <a:latin typeface="Times New Roman"/>
                <a:cs typeface="Times New Roman"/>
              </a:rPr>
              <a:t>lseif</a:t>
            </a:r>
            <a:r>
              <a:rPr lang="en-US" spc="-5" dirty="0">
                <a:solidFill>
                  <a:srgbClr val="0000CD"/>
                </a:solidFill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($t &lt;</a:t>
            </a:r>
            <a:r>
              <a:rPr lang="en-US" spc="5" dirty="0">
                <a:latin typeface="Times New Roman"/>
                <a:cs typeface="Times New Roman"/>
              </a:rPr>
              <a:t> </a:t>
            </a:r>
            <a:r>
              <a:rPr lang="en-US" spc="-10" dirty="0">
                <a:solidFill>
                  <a:srgbClr val="A42A2A"/>
                </a:solidFill>
                <a:latin typeface="Times New Roman"/>
                <a:cs typeface="Times New Roman"/>
              </a:rPr>
              <a:t>"</a:t>
            </a:r>
            <a:r>
              <a:rPr lang="en-US" dirty="0">
                <a:solidFill>
                  <a:srgbClr val="A42A2A"/>
                </a:solidFill>
                <a:latin typeface="Times New Roman"/>
                <a:cs typeface="Times New Roman"/>
              </a:rPr>
              <a:t>2</a:t>
            </a:r>
            <a:r>
              <a:rPr lang="en-US" spc="10" dirty="0">
                <a:solidFill>
                  <a:srgbClr val="A42A2A"/>
                </a:solidFill>
                <a:latin typeface="Times New Roman"/>
                <a:cs typeface="Times New Roman"/>
              </a:rPr>
              <a:t>0</a:t>
            </a:r>
            <a:r>
              <a:rPr lang="en-US" spc="-10" dirty="0">
                <a:solidFill>
                  <a:srgbClr val="A42A2A"/>
                </a:solidFill>
                <a:latin typeface="Times New Roman"/>
                <a:cs typeface="Times New Roman"/>
              </a:rPr>
              <a:t>"</a:t>
            </a:r>
            <a:r>
              <a:rPr lang="en-US" dirty="0">
                <a:latin typeface="Times New Roman"/>
                <a:cs typeface="Times New Roman"/>
              </a:rPr>
              <a:t>) {</a:t>
            </a:r>
          </a:p>
          <a:p>
            <a:pPr marL="546100" lvl="1"/>
            <a:r>
              <a:rPr lang="en-US" spc="-5" dirty="0">
                <a:solidFill>
                  <a:srgbClr val="0000CD"/>
                </a:solidFill>
                <a:latin typeface="Times New Roman"/>
                <a:cs typeface="Times New Roman"/>
              </a:rPr>
              <a:t>ec</a:t>
            </a:r>
            <a:r>
              <a:rPr lang="en-US" dirty="0">
                <a:solidFill>
                  <a:srgbClr val="0000CD"/>
                </a:solidFill>
                <a:latin typeface="Times New Roman"/>
                <a:cs typeface="Times New Roman"/>
              </a:rPr>
              <a:t>ho</a:t>
            </a:r>
            <a:r>
              <a:rPr lang="en-US" spc="10" dirty="0">
                <a:solidFill>
                  <a:srgbClr val="0000CD"/>
                </a:solidFill>
                <a:latin typeface="Times New Roman"/>
                <a:cs typeface="Times New Roman"/>
              </a:rPr>
              <a:t> </a:t>
            </a:r>
            <a:r>
              <a:rPr lang="en-US" spc="-10" dirty="0">
                <a:solidFill>
                  <a:srgbClr val="A42A2A"/>
                </a:solidFill>
                <a:latin typeface="Times New Roman"/>
                <a:cs typeface="Times New Roman"/>
              </a:rPr>
              <a:t>"</a:t>
            </a:r>
            <a:r>
              <a:rPr lang="en-US" dirty="0">
                <a:solidFill>
                  <a:srgbClr val="A42A2A"/>
                </a:solidFill>
                <a:latin typeface="Times New Roman"/>
                <a:cs typeface="Times New Roman"/>
              </a:rPr>
              <a:t>H</a:t>
            </a:r>
            <a:r>
              <a:rPr lang="en-US" spc="-10" dirty="0">
                <a:solidFill>
                  <a:srgbClr val="A42A2A"/>
                </a:solidFill>
                <a:latin typeface="Times New Roman"/>
                <a:cs typeface="Times New Roman"/>
              </a:rPr>
              <a:t>a</a:t>
            </a:r>
            <a:r>
              <a:rPr lang="en-US" spc="10" dirty="0">
                <a:solidFill>
                  <a:srgbClr val="A42A2A"/>
                </a:solidFill>
                <a:latin typeface="Times New Roman"/>
                <a:cs typeface="Times New Roman"/>
              </a:rPr>
              <a:t>v</a:t>
            </a:r>
            <a:r>
              <a:rPr lang="en-US" dirty="0">
                <a:solidFill>
                  <a:srgbClr val="A42A2A"/>
                </a:solidFill>
                <a:latin typeface="Times New Roman"/>
                <a:cs typeface="Times New Roman"/>
              </a:rPr>
              <a:t>e</a:t>
            </a:r>
            <a:r>
              <a:rPr lang="en-US" spc="-5" dirty="0">
                <a:solidFill>
                  <a:srgbClr val="A42A2A"/>
                </a:solidFill>
                <a:latin typeface="Times New Roman"/>
                <a:cs typeface="Times New Roman"/>
              </a:rPr>
              <a:t> </a:t>
            </a:r>
            <a:r>
              <a:rPr lang="en-US" dirty="0">
                <a:solidFill>
                  <a:srgbClr val="A42A2A"/>
                </a:solidFill>
                <a:latin typeface="Times New Roman"/>
                <a:cs typeface="Times New Roman"/>
              </a:rPr>
              <a:t>a</a:t>
            </a:r>
            <a:r>
              <a:rPr lang="en-US" spc="5" dirty="0">
                <a:solidFill>
                  <a:srgbClr val="A42A2A"/>
                </a:solidFill>
                <a:latin typeface="Times New Roman"/>
                <a:cs typeface="Times New Roman"/>
              </a:rPr>
              <a:t> </a:t>
            </a:r>
            <a:r>
              <a:rPr lang="en-US" spc="-15" dirty="0">
                <a:solidFill>
                  <a:srgbClr val="A42A2A"/>
                </a:solidFill>
                <a:latin typeface="Times New Roman"/>
                <a:cs typeface="Times New Roman"/>
              </a:rPr>
              <a:t>g</a:t>
            </a:r>
            <a:r>
              <a:rPr lang="en-US" dirty="0">
                <a:solidFill>
                  <a:srgbClr val="A42A2A"/>
                </a:solidFill>
                <a:latin typeface="Times New Roman"/>
                <a:cs typeface="Times New Roman"/>
              </a:rPr>
              <a:t>ood d</a:t>
            </a:r>
            <a:r>
              <a:rPr lang="en-US" spc="15" dirty="0">
                <a:solidFill>
                  <a:srgbClr val="A42A2A"/>
                </a:solidFill>
                <a:latin typeface="Times New Roman"/>
                <a:cs typeface="Times New Roman"/>
              </a:rPr>
              <a:t>a</a:t>
            </a:r>
            <a:r>
              <a:rPr lang="en-US" spc="-25" dirty="0">
                <a:solidFill>
                  <a:srgbClr val="A42A2A"/>
                </a:solidFill>
                <a:latin typeface="Times New Roman"/>
                <a:cs typeface="Times New Roman"/>
              </a:rPr>
              <a:t>y</a:t>
            </a:r>
            <a:r>
              <a:rPr lang="en-US" spc="15" dirty="0">
                <a:solidFill>
                  <a:srgbClr val="A42A2A"/>
                </a:solidFill>
                <a:latin typeface="Times New Roman"/>
                <a:cs typeface="Times New Roman"/>
              </a:rPr>
              <a:t>!</a:t>
            </a:r>
            <a:r>
              <a:rPr lang="en-US" spc="-5" dirty="0">
                <a:solidFill>
                  <a:srgbClr val="A42A2A"/>
                </a:solidFill>
                <a:latin typeface="Times New Roman"/>
                <a:cs typeface="Times New Roman"/>
              </a:rPr>
              <a:t>"</a:t>
            </a:r>
            <a:r>
              <a:rPr lang="en-US" dirty="0">
                <a:latin typeface="Times New Roman"/>
                <a:cs typeface="Times New Roman"/>
              </a:rPr>
              <a:t>;</a:t>
            </a:r>
          </a:p>
          <a:p>
            <a:pPr marL="469900" lvl="1"/>
            <a:r>
              <a:rPr lang="en-US" dirty="0">
                <a:latin typeface="Times New Roman"/>
                <a:cs typeface="Times New Roman"/>
              </a:rPr>
              <a:t>} </a:t>
            </a:r>
            <a:r>
              <a:rPr lang="en-US" spc="-5" dirty="0">
                <a:solidFill>
                  <a:srgbClr val="0000CD"/>
                </a:solidFill>
                <a:latin typeface="Times New Roman"/>
                <a:cs typeface="Times New Roman"/>
              </a:rPr>
              <a:t>e</a:t>
            </a:r>
            <a:r>
              <a:rPr lang="en-US" dirty="0">
                <a:solidFill>
                  <a:srgbClr val="0000CD"/>
                </a:solidFill>
                <a:latin typeface="Times New Roman"/>
                <a:cs typeface="Times New Roman"/>
              </a:rPr>
              <a:t>lse</a:t>
            </a:r>
            <a:r>
              <a:rPr lang="en-US" spc="-5" dirty="0">
                <a:solidFill>
                  <a:srgbClr val="0000CD"/>
                </a:solidFill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{</a:t>
            </a:r>
          </a:p>
          <a:p>
            <a:pPr marL="546100" lvl="1"/>
            <a:r>
              <a:rPr lang="en-US" spc="-5" dirty="0">
                <a:solidFill>
                  <a:srgbClr val="0000CD"/>
                </a:solidFill>
                <a:latin typeface="Times New Roman"/>
                <a:cs typeface="Times New Roman"/>
              </a:rPr>
              <a:t>ec</a:t>
            </a:r>
            <a:r>
              <a:rPr lang="en-US" dirty="0">
                <a:solidFill>
                  <a:srgbClr val="0000CD"/>
                </a:solidFill>
                <a:latin typeface="Times New Roman"/>
                <a:cs typeface="Times New Roman"/>
              </a:rPr>
              <a:t>ho</a:t>
            </a:r>
            <a:r>
              <a:rPr lang="en-US" spc="10" dirty="0">
                <a:solidFill>
                  <a:srgbClr val="0000CD"/>
                </a:solidFill>
                <a:latin typeface="Times New Roman"/>
                <a:cs typeface="Times New Roman"/>
              </a:rPr>
              <a:t> </a:t>
            </a:r>
            <a:r>
              <a:rPr lang="en-US" spc="-10" dirty="0">
                <a:solidFill>
                  <a:srgbClr val="A42A2A"/>
                </a:solidFill>
                <a:latin typeface="Times New Roman"/>
                <a:cs typeface="Times New Roman"/>
              </a:rPr>
              <a:t>"</a:t>
            </a:r>
            <a:r>
              <a:rPr lang="en-US" dirty="0">
                <a:solidFill>
                  <a:srgbClr val="A42A2A"/>
                </a:solidFill>
                <a:latin typeface="Times New Roman"/>
                <a:cs typeface="Times New Roman"/>
              </a:rPr>
              <a:t>H</a:t>
            </a:r>
            <a:r>
              <a:rPr lang="en-US" spc="-10" dirty="0">
                <a:solidFill>
                  <a:srgbClr val="A42A2A"/>
                </a:solidFill>
                <a:latin typeface="Times New Roman"/>
                <a:cs typeface="Times New Roman"/>
              </a:rPr>
              <a:t>a</a:t>
            </a:r>
            <a:r>
              <a:rPr lang="en-US" spc="10" dirty="0">
                <a:solidFill>
                  <a:srgbClr val="A42A2A"/>
                </a:solidFill>
                <a:latin typeface="Times New Roman"/>
                <a:cs typeface="Times New Roman"/>
              </a:rPr>
              <a:t>v</a:t>
            </a:r>
            <a:r>
              <a:rPr lang="en-US" dirty="0">
                <a:solidFill>
                  <a:srgbClr val="A42A2A"/>
                </a:solidFill>
                <a:latin typeface="Times New Roman"/>
                <a:cs typeface="Times New Roman"/>
              </a:rPr>
              <a:t>e</a:t>
            </a:r>
            <a:r>
              <a:rPr lang="en-US" spc="-5" dirty="0">
                <a:solidFill>
                  <a:srgbClr val="A42A2A"/>
                </a:solidFill>
                <a:latin typeface="Times New Roman"/>
                <a:cs typeface="Times New Roman"/>
              </a:rPr>
              <a:t> </a:t>
            </a:r>
            <a:r>
              <a:rPr lang="en-US" dirty="0">
                <a:solidFill>
                  <a:srgbClr val="A42A2A"/>
                </a:solidFill>
                <a:latin typeface="Times New Roman"/>
                <a:cs typeface="Times New Roman"/>
              </a:rPr>
              <a:t>a</a:t>
            </a:r>
            <a:r>
              <a:rPr lang="en-US" spc="5" dirty="0">
                <a:solidFill>
                  <a:srgbClr val="A42A2A"/>
                </a:solidFill>
                <a:latin typeface="Times New Roman"/>
                <a:cs typeface="Times New Roman"/>
              </a:rPr>
              <a:t> </a:t>
            </a:r>
            <a:r>
              <a:rPr lang="en-US" spc="-15" dirty="0">
                <a:solidFill>
                  <a:srgbClr val="A42A2A"/>
                </a:solidFill>
                <a:latin typeface="Times New Roman"/>
                <a:cs typeface="Times New Roman"/>
              </a:rPr>
              <a:t>g</a:t>
            </a:r>
            <a:r>
              <a:rPr lang="en-US" dirty="0">
                <a:solidFill>
                  <a:srgbClr val="A42A2A"/>
                </a:solidFill>
                <a:latin typeface="Times New Roman"/>
                <a:cs typeface="Times New Roman"/>
              </a:rPr>
              <a:t>ood n</a:t>
            </a:r>
            <a:r>
              <a:rPr lang="en-US" spc="10" dirty="0">
                <a:solidFill>
                  <a:srgbClr val="A42A2A"/>
                </a:solidFill>
                <a:latin typeface="Times New Roman"/>
                <a:cs typeface="Times New Roman"/>
              </a:rPr>
              <a:t>i</a:t>
            </a:r>
            <a:r>
              <a:rPr lang="en-US" spc="-15" dirty="0">
                <a:solidFill>
                  <a:srgbClr val="A42A2A"/>
                </a:solidFill>
                <a:latin typeface="Times New Roman"/>
                <a:cs typeface="Times New Roman"/>
              </a:rPr>
              <a:t>g</a:t>
            </a:r>
            <a:r>
              <a:rPr lang="en-US" spc="10" dirty="0">
                <a:solidFill>
                  <a:srgbClr val="A42A2A"/>
                </a:solidFill>
                <a:latin typeface="Times New Roman"/>
                <a:cs typeface="Times New Roman"/>
              </a:rPr>
              <a:t>h</a:t>
            </a:r>
            <a:r>
              <a:rPr lang="en-US" dirty="0">
                <a:solidFill>
                  <a:srgbClr val="A42A2A"/>
                </a:solidFill>
                <a:latin typeface="Times New Roman"/>
                <a:cs typeface="Times New Roman"/>
              </a:rPr>
              <a:t>t!</a:t>
            </a:r>
            <a:r>
              <a:rPr lang="en-US" spc="-5" dirty="0">
                <a:solidFill>
                  <a:srgbClr val="A42A2A"/>
                </a:solidFill>
                <a:latin typeface="Times New Roman"/>
                <a:cs typeface="Times New Roman"/>
              </a:rPr>
              <a:t>"</a:t>
            </a:r>
            <a:r>
              <a:rPr lang="en-US" dirty="0">
                <a:latin typeface="Times New Roman"/>
                <a:cs typeface="Times New Roman"/>
              </a:rPr>
              <a:t>;</a:t>
            </a:r>
          </a:p>
          <a:p>
            <a:pPr marL="469900" lvl="1"/>
            <a:r>
              <a:rPr lang="en-US" dirty="0">
                <a:latin typeface="Times New Roman"/>
                <a:cs typeface="Times New Roman"/>
              </a:rPr>
              <a:t>}</a:t>
            </a:r>
          </a:p>
          <a:p>
            <a:pPr marL="469900" lvl="1"/>
            <a:r>
              <a:rPr lang="en-US" spc="15" dirty="0">
                <a:solidFill>
                  <a:srgbClr val="FF0000"/>
                </a:solidFill>
                <a:latin typeface="Times New Roman"/>
                <a:cs typeface="Times New Roman"/>
              </a:rPr>
              <a:t>?&gt;</a:t>
            </a:r>
            <a:endParaRPr lang="en-US" dirty="0">
              <a:latin typeface="Times New Roman"/>
              <a:cs typeface="Times New Roman"/>
            </a:endParaRPr>
          </a:p>
          <a:p>
            <a:endParaRPr lang="en-US" dirty="0">
              <a:latin typeface="Times New Roman" panose="02020603050405020304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C17784D-56CA-E2ED-8474-6892B38866D2}"/>
              </a:ext>
            </a:extLst>
          </p:cNvPr>
          <p:cNvCxnSpPr/>
          <p:nvPr/>
        </p:nvCxnSpPr>
        <p:spPr>
          <a:xfrm>
            <a:off x="8387081" y="2309090"/>
            <a:ext cx="0" cy="37959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919" y="765248"/>
            <a:ext cx="2947482" cy="4601183"/>
          </a:xfrm>
        </p:spPr>
        <p:txBody>
          <a:bodyPr/>
          <a:lstStyle/>
          <a:p>
            <a:pPr algn="ctr"/>
            <a:r>
              <a:rPr lang="en-US" b="1" dirty="0"/>
              <a:t>Conditional</a:t>
            </a:r>
            <a:br>
              <a:rPr lang="en-US" b="1" dirty="0"/>
            </a:br>
            <a:r>
              <a:rPr lang="en-US" b="1" dirty="0"/>
              <a:t>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22700" y="558800"/>
            <a:ext cx="7099300" cy="5778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/>
            <a:r>
              <a:rPr lang="en-US" sz="2000" b="1" spc="-10" dirty="0">
                <a:latin typeface="Times New Roman"/>
                <a:cs typeface="Times New Roman"/>
              </a:rPr>
              <a:t>S</a:t>
            </a:r>
            <a:r>
              <a:rPr lang="en-US" sz="2000" b="1" spc="15" dirty="0">
                <a:latin typeface="Times New Roman"/>
                <a:cs typeface="Times New Roman"/>
              </a:rPr>
              <a:t>w</a:t>
            </a:r>
            <a:r>
              <a:rPr lang="en-US" sz="2000" b="1" spc="-10" dirty="0">
                <a:latin typeface="Times New Roman"/>
                <a:cs typeface="Times New Roman"/>
              </a:rPr>
              <a:t>i</a:t>
            </a:r>
            <a:r>
              <a:rPr lang="en-US" sz="2000" b="1" dirty="0">
                <a:latin typeface="Times New Roman"/>
                <a:cs typeface="Times New Roman"/>
              </a:rPr>
              <a:t>tch</a:t>
            </a:r>
            <a:r>
              <a:rPr lang="en-US" sz="2000" b="1" spc="-5" dirty="0">
                <a:latin typeface="Times New Roman"/>
                <a:cs typeface="Times New Roman"/>
              </a:rPr>
              <a:t> </a:t>
            </a:r>
            <a:r>
              <a:rPr lang="en-US" sz="2000" b="1" dirty="0">
                <a:latin typeface="Times New Roman"/>
                <a:cs typeface="Times New Roman"/>
              </a:rPr>
              <a:t>S</a:t>
            </a:r>
            <a:r>
              <a:rPr lang="en-US" sz="2000" b="1" spc="-15" dirty="0">
                <a:latin typeface="Times New Roman"/>
                <a:cs typeface="Times New Roman"/>
              </a:rPr>
              <a:t>t</a:t>
            </a:r>
            <a:r>
              <a:rPr lang="en-US" sz="2000" b="1" dirty="0">
                <a:latin typeface="Times New Roman"/>
                <a:cs typeface="Times New Roman"/>
              </a:rPr>
              <a:t>ate</a:t>
            </a:r>
            <a:r>
              <a:rPr lang="en-US" sz="2000" b="1" spc="-20" dirty="0">
                <a:latin typeface="Times New Roman"/>
                <a:cs typeface="Times New Roman"/>
              </a:rPr>
              <a:t>m</a:t>
            </a:r>
            <a:r>
              <a:rPr lang="en-US" sz="2000" b="1" dirty="0">
                <a:latin typeface="Times New Roman"/>
                <a:cs typeface="Times New Roman"/>
              </a:rPr>
              <a:t>en</a:t>
            </a:r>
            <a:r>
              <a:rPr lang="en-US" sz="2000" b="1" spc="5" dirty="0">
                <a:latin typeface="Times New Roman"/>
                <a:cs typeface="Times New Roman"/>
              </a:rPr>
              <a:t>t</a:t>
            </a:r>
            <a:r>
              <a:rPr lang="en-US" sz="2000" b="1" dirty="0">
                <a:latin typeface="Times New Roman"/>
                <a:cs typeface="Times New Roman"/>
              </a:rPr>
              <a:t>:</a:t>
            </a:r>
            <a:endParaRPr lang="en-US" sz="2000" dirty="0">
              <a:latin typeface="Times New Roman"/>
              <a:cs typeface="Times New Roman"/>
            </a:endParaRPr>
          </a:p>
          <a:p>
            <a:pPr marL="12700" marR="5080"/>
            <a:r>
              <a:rPr lang="en-US" dirty="0">
                <a:latin typeface="Times New Roman"/>
                <a:cs typeface="Times New Roman"/>
              </a:rPr>
              <a:t>	The</a:t>
            </a:r>
            <a:r>
              <a:rPr lang="en-US" spc="-10" dirty="0">
                <a:latin typeface="Times New Roman"/>
                <a:cs typeface="Times New Roman"/>
              </a:rPr>
              <a:t> </a:t>
            </a:r>
            <a:r>
              <a:rPr lang="en-US" b="1" dirty="0">
                <a:solidFill>
                  <a:srgbClr val="DC133B"/>
                </a:solidFill>
                <a:latin typeface="Times New Roman"/>
                <a:cs typeface="Times New Roman"/>
              </a:rPr>
              <a:t>switch</a:t>
            </a:r>
            <a:r>
              <a:rPr lang="en-US" spc="-5" dirty="0">
                <a:solidFill>
                  <a:srgbClr val="DC133B"/>
                </a:solidFill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stat</a:t>
            </a:r>
            <a:r>
              <a:rPr lang="en-US" spc="-5" dirty="0">
                <a:latin typeface="Times New Roman"/>
                <a:cs typeface="Times New Roman"/>
              </a:rPr>
              <a:t>e</a:t>
            </a:r>
            <a:r>
              <a:rPr lang="en-US" dirty="0">
                <a:latin typeface="Times New Roman"/>
                <a:cs typeface="Times New Roman"/>
              </a:rPr>
              <a:t>ment is </a:t>
            </a:r>
            <a:r>
              <a:rPr lang="en-US" spc="10" dirty="0">
                <a:latin typeface="Times New Roman"/>
                <a:cs typeface="Times New Roman"/>
              </a:rPr>
              <a:t>u</a:t>
            </a:r>
            <a:r>
              <a:rPr lang="en-US" dirty="0">
                <a:latin typeface="Times New Roman"/>
                <a:cs typeface="Times New Roman"/>
              </a:rPr>
              <a:t>s</a:t>
            </a:r>
            <a:r>
              <a:rPr lang="en-US" spc="-5" dirty="0">
                <a:latin typeface="Times New Roman"/>
                <a:cs typeface="Times New Roman"/>
              </a:rPr>
              <a:t>e</a:t>
            </a:r>
            <a:r>
              <a:rPr lang="en-US" dirty="0">
                <a:latin typeface="Times New Roman"/>
                <a:cs typeface="Times New Roman"/>
              </a:rPr>
              <a:t>d to pe</a:t>
            </a:r>
            <a:r>
              <a:rPr lang="en-US" spc="-10" dirty="0">
                <a:latin typeface="Times New Roman"/>
                <a:cs typeface="Times New Roman"/>
              </a:rPr>
              <a:t>r</a:t>
            </a:r>
            <a:r>
              <a:rPr lang="en-US" dirty="0">
                <a:latin typeface="Times New Roman"/>
                <a:cs typeface="Times New Roman"/>
              </a:rPr>
              <a:t>fo</a:t>
            </a:r>
            <a:r>
              <a:rPr lang="en-US" spc="-10" dirty="0">
                <a:latin typeface="Times New Roman"/>
                <a:cs typeface="Times New Roman"/>
              </a:rPr>
              <a:t>r</a:t>
            </a:r>
            <a:r>
              <a:rPr lang="en-US" dirty="0">
                <a:latin typeface="Times New Roman"/>
                <a:cs typeface="Times New Roman"/>
              </a:rPr>
              <a:t>m di</a:t>
            </a:r>
            <a:r>
              <a:rPr lang="en-US" spc="5" dirty="0">
                <a:latin typeface="Times New Roman"/>
                <a:cs typeface="Times New Roman"/>
              </a:rPr>
              <a:t>f</a:t>
            </a:r>
            <a:r>
              <a:rPr lang="en-US" dirty="0">
                <a:latin typeface="Times New Roman"/>
                <a:cs typeface="Times New Roman"/>
              </a:rPr>
              <a:t>f</a:t>
            </a:r>
            <a:r>
              <a:rPr lang="en-US" spc="-10" dirty="0">
                <a:latin typeface="Times New Roman"/>
                <a:cs typeface="Times New Roman"/>
              </a:rPr>
              <a:t>e</a:t>
            </a:r>
            <a:r>
              <a:rPr lang="en-US" spc="5" dirty="0">
                <a:latin typeface="Times New Roman"/>
                <a:cs typeface="Times New Roman"/>
              </a:rPr>
              <a:t>r</a:t>
            </a:r>
            <a:r>
              <a:rPr lang="en-US" spc="-5" dirty="0">
                <a:latin typeface="Times New Roman"/>
                <a:cs typeface="Times New Roman"/>
              </a:rPr>
              <a:t>e</a:t>
            </a:r>
            <a:r>
              <a:rPr lang="en-US" dirty="0">
                <a:latin typeface="Times New Roman"/>
                <a:cs typeface="Times New Roman"/>
              </a:rPr>
              <a:t>nt </a:t>
            </a:r>
            <a:r>
              <a:rPr lang="en-US" spc="5" dirty="0">
                <a:latin typeface="Times New Roman"/>
                <a:cs typeface="Times New Roman"/>
              </a:rPr>
              <a:t>a</a:t>
            </a:r>
            <a:r>
              <a:rPr lang="en-US" spc="-5" dirty="0">
                <a:latin typeface="Times New Roman"/>
                <a:cs typeface="Times New Roman"/>
              </a:rPr>
              <a:t>c</a:t>
            </a:r>
            <a:r>
              <a:rPr lang="en-US" dirty="0">
                <a:latin typeface="Times New Roman"/>
                <a:cs typeface="Times New Roman"/>
              </a:rPr>
              <a:t>tions b</a:t>
            </a:r>
            <a:r>
              <a:rPr lang="en-US" spc="-5" dirty="0">
                <a:latin typeface="Times New Roman"/>
                <a:cs typeface="Times New Roman"/>
              </a:rPr>
              <a:t>a</a:t>
            </a:r>
            <a:r>
              <a:rPr lang="en-US" dirty="0">
                <a:latin typeface="Times New Roman"/>
                <a:cs typeface="Times New Roman"/>
              </a:rPr>
              <a:t>s</a:t>
            </a:r>
            <a:r>
              <a:rPr lang="en-US" spc="-5" dirty="0">
                <a:latin typeface="Times New Roman"/>
                <a:cs typeface="Times New Roman"/>
              </a:rPr>
              <a:t>e</a:t>
            </a:r>
            <a:r>
              <a:rPr lang="en-US" dirty="0">
                <a:latin typeface="Times New Roman"/>
                <a:cs typeface="Times New Roman"/>
              </a:rPr>
              <a:t>d on dif</a:t>
            </a:r>
            <a:r>
              <a:rPr lang="en-US" spc="-5" dirty="0">
                <a:latin typeface="Times New Roman"/>
                <a:cs typeface="Times New Roman"/>
              </a:rPr>
              <a:t>f</a:t>
            </a:r>
            <a:r>
              <a:rPr lang="en-US" spc="5" dirty="0">
                <a:latin typeface="Times New Roman"/>
                <a:cs typeface="Times New Roman"/>
              </a:rPr>
              <a:t>e</a:t>
            </a:r>
            <a:r>
              <a:rPr lang="en-US" dirty="0">
                <a:latin typeface="Times New Roman"/>
                <a:cs typeface="Times New Roman"/>
              </a:rPr>
              <a:t>r</a:t>
            </a:r>
            <a:r>
              <a:rPr lang="en-US" spc="-10" dirty="0">
                <a:latin typeface="Times New Roman"/>
                <a:cs typeface="Times New Roman"/>
              </a:rPr>
              <a:t>e</a:t>
            </a:r>
            <a:r>
              <a:rPr lang="en-US" dirty="0">
                <a:latin typeface="Times New Roman"/>
                <a:cs typeface="Times New Roman"/>
              </a:rPr>
              <a:t>nt</a:t>
            </a:r>
            <a:r>
              <a:rPr lang="en-US" spc="10" dirty="0">
                <a:latin typeface="Times New Roman"/>
                <a:cs typeface="Times New Roman"/>
              </a:rPr>
              <a:t> </a:t>
            </a:r>
            <a:r>
              <a:rPr lang="en-US" spc="-5" dirty="0">
                <a:latin typeface="Times New Roman"/>
                <a:cs typeface="Times New Roman"/>
              </a:rPr>
              <a:t>c</a:t>
            </a:r>
            <a:r>
              <a:rPr lang="en-US" dirty="0">
                <a:latin typeface="Times New Roman"/>
                <a:cs typeface="Times New Roman"/>
              </a:rPr>
              <a:t>onditions.</a:t>
            </a:r>
            <a:r>
              <a:rPr lang="en-US" spc="10" dirty="0">
                <a:latin typeface="Times New Roman"/>
                <a:cs typeface="Times New Roman"/>
              </a:rPr>
              <a:t> </a:t>
            </a:r>
            <a:r>
              <a:rPr lang="en-US" spc="-30" dirty="0">
                <a:latin typeface="Times New Roman"/>
                <a:cs typeface="Times New Roman"/>
              </a:rPr>
              <a:t>I</a:t>
            </a:r>
            <a:r>
              <a:rPr lang="en-US" dirty="0">
                <a:latin typeface="Times New Roman"/>
                <a:cs typeface="Times New Roman"/>
              </a:rPr>
              <a:t>t is used to s</a:t>
            </a:r>
            <a:r>
              <a:rPr lang="en-US" spc="-5" dirty="0">
                <a:latin typeface="Times New Roman"/>
                <a:cs typeface="Times New Roman"/>
              </a:rPr>
              <a:t>e</a:t>
            </a:r>
            <a:r>
              <a:rPr lang="en-US" dirty="0">
                <a:latin typeface="Times New Roman"/>
                <a:cs typeface="Times New Roman"/>
              </a:rPr>
              <a:t>le</a:t>
            </a:r>
            <a:r>
              <a:rPr lang="en-US" spc="-10" dirty="0">
                <a:latin typeface="Times New Roman"/>
                <a:cs typeface="Times New Roman"/>
              </a:rPr>
              <a:t>c</a:t>
            </a:r>
            <a:r>
              <a:rPr lang="en-US" dirty="0">
                <a:latin typeface="Times New Roman"/>
                <a:cs typeface="Times New Roman"/>
              </a:rPr>
              <a:t>t one of</a:t>
            </a:r>
            <a:r>
              <a:rPr lang="en-US" spc="15" dirty="0">
                <a:latin typeface="Times New Roman"/>
                <a:cs typeface="Times New Roman"/>
              </a:rPr>
              <a:t> </a:t>
            </a:r>
            <a:r>
              <a:rPr lang="en-US" spc="-20" dirty="0">
                <a:latin typeface="Times New Roman"/>
                <a:cs typeface="Times New Roman"/>
              </a:rPr>
              <a:t>m</a:t>
            </a:r>
            <a:r>
              <a:rPr lang="en-US" dirty="0">
                <a:latin typeface="Times New Roman"/>
                <a:cs typeface="Times New Roman"/>
              </a:rPr>
              <a:t>any blocks of</a:t>
            </a:r>
            <a:r>
              <a:rPr lang="en-US" spc="5" dirty="0">
                <a:latin typeface="Times New Roman"/>
                <a:cs typeface="Times New Roman"/>
              </a:rPr>
              <a:t> </a:t>
            </a:r>
            <a:r>
              <a:rPr lang="en-US" spc="-5" dirty="0">
                <a:latin typeface="Times New Roman"/>
                <a:cs typeface="Times New Roman"/>
              </a:rPr>
              <a:t>c</a:t>
            </a:r>
            <a:r>
              <a:rPr lang="en-US" dirty="0">
                <a:latin typeface="Times New Roman"/>
                <a:cs typeface="Times New Roman"/>
              </a:rPr>
              <a:t>ode</a:t>
            </a:r>
            <a:r>
              <a:rPr lang="en-US" spc="-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to be </a:t>
            </a:r>
            <a:r>
              <a:rPr lang="en-US" spc="-10" dirty="0">
                <a:latin typeface="Times New Roman"/>
                <a:cs typeface="Times New Roman"/>
              </a:rPr>
              <a:t>e</a:t>
            </a:r>
            <a:r>
              <a:rPr lang="en-US" dirty="0">
                <a:latin typeface="Times New Roman"/>
                <a:cs typeface="Times New Roman"/>
              </a:rPr>
              <a:t>x</a:t>
            </a:r>
            <a:r>
              <a:rPr lang="en-US" spc="-5" dirty="0">
                <a:latin typeface="Times New Roman"/>
                <a:cs typeface="Times New Roman"/>
              </a:rPr>
              <a:t>ec</a:t>
            </a:r>
            <a:r>
              <a:rPr lang="en-US" spc="15" dirty="0">
                <a:latin typeface="Times New Roman"/>
                <a:cs typeface="Times New Roman"/>
              </a:rPr>
              <a:t>u</a:t>
            </a:r>
            <a:r>
              <a:rPr lang="en-US" dirty="0">
                <a:latin typeface="Times New Roman"/>
                <a:cs typeface="Times New Roman"/>
              </a:rPr>
              <a:t>t</a:t>
            </a:r>
            <a:r>
              <a:rPr lang="en-US" spc="-10" dirty="0">
                <a:latin typeface="Times New Roman"/>
                <a:cs typeface="Times New Roman"/>
              </a:rPr>
              <a:t>e</a:t>
            </a:r>
            <a:r>
              <a:rPr lang="en-US" spc="15" dirty="0">
                <a:latin typeface="Times New Roman"/>
                <a:cs typeface="Times New Roman"/>
              </a:rPr>
              <a:t>d</a:t>
            </a:r>
            <a:r>
              <a:rPr lang="en-US" dirty="0">
                <a:latin typeface="Times New Roman"/>
                <a:cs typeface="Times New Roman"/>
              </a:rPr>
              <a:t>.</a:t>
            </a:r>
          </a:p>
          <a:p>
            <a:pPr>
              <a:spcBef>
                <a:spcPts val="47"/>
              </a:spcBef>
            </a:pPr>
            <a:endParaRPr lang="en-US" dirty="0">
              <a:latin typeface="Times New Roman"/>
              <a:cs typeface="Times New Roman"/>
            </a:endParaRPr>
          </a:p>
          <a:p>
            <a:pPr marL="12700"/>
            <a:r>
              <a:rPr lang="en-US" b="1" dirty="0">
                <a:latin typeface="Times New Roman"/>
                <a:cs typeface="Times New Roman"/>
              </a:rPr>
              <a:t>Synta</a:t>
            </a:r>
            <a:r>
              <a:rPr lang="en-US" b="1" spc="-5" dirty="0">
                <a:latin typeface="Times New Roman"/>
                <a:cs typeface="Times New Roman"/>
              </a:rPr>
              <a:t>x</a:t>
            </a:r>
            <a:r>
              <a:rPr lang="en-US" b="1" dirty="0">
                <a:latin typeface="Times New Roman"/>
                <a:cs typeface="Times New Roman"/>
              </a:rPr>
              <a:t>:</a:t>
            </a:r>
            <a:endParaRPr lang="en-US" dirty="0">
              <a:latin typeface="Times New Roman"/>
              <a:cs typeface="Times New Roman"/>
            </a:endParaRPr>
          </a:p>
          <a:p>
            <a:pPr marL="546100" marR="5105400" lvl="1" indent="-76200">
              <a:spcBef>
                <a:spcPts val="745"/>
              </a:spcBef>
            </a:pPr>
            <a:r>
              <a:rPr lang="en-US" dirty="0">
                <a:latin typeface="Times New Roman"/>
                <a:cs typeface="Times New Roman"/>
              </a:rPr>
              <a:t>switch </a:t>
            </a:r>
            <a:r>
              <a:rPr lang="en-US" spc="-10" dirty="0">
                <a:latin typeface="Times New Roman"/>
                <a:cs typeface="Times New Roman"/>
              </a:rPr>
              <a:t>(</a:t>
            </a:r>
            <a:r>
              <a:rPr lang="en-US" dirty="0">
                <a:latin typeface="Times New Roman"/>
                <a:cs typeface="Times New Roman"/>
              </a:rPr>
              <a:t>n) { </a:t>
            </a:r>
            <a:r>
              <a:rPr lang="en-US" spc="-5" dirty="0">
                <a:latin typeface="Times New Roman"/>
                <a:cs typeface="Times New Roman"/>
              </a:rPr>
              <a:t>ca</a:t>
            </a:r>
            <a:r>
              <a:rPr lang="en-US" dirty="0">
                <a:latin typeface="Times New Roman"/>
                <a:cs typeface="Times New Roman"/>
              </a:rPr>
              <a:t>se</a:t>
            </a:r>
            <a:r>
              <a:rPr lang="en-US" spc="-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label1:</a:t>
            </a:r>
          </a:p>
          <a:p>
            <a:pPr marL="622300" lvl="1">
              <a:spcBef>
                <a:spcPts val="45"/>
              </a:spcBef>
            </a:pPr>
            <a:r>
              <a:rPr lang="en-US" spc="-5" dirty="0">
                <a:latin typeface="Times New Roman"/>
                <a:cs typeface="Times New Roman"/>
              </a:rPr>
              <a:t>c</a:t>
            </a:r>
            <a:r>
              <a:rPr lang="en-US" dirty="0">
                <a:latin typeface="Times New Roman"/>
                <a:cs typeface="Times New Roman"/>
              </a:rPr>
              <a:t>ode</a:t>
            </a:r>
            <a:r>
              <a:rPr lang="en-US" spc="-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to be e</a:t>
            </a:r>
            <a:r>
              <a:rPr lang="en-US" spc="-5" dirty="0">
                <a:latin typeface="Times New Roman"/>
                <a:cs typeface="Times New Roman"/>
              </a:rPr>
              <a:t>x</a:t>
            </a:r>
            <a:r>
              <a:rPr lang="en-US" spc="5" dirty="0">
                <a:latin typeface="Times New Roman"/>
                <a:cs typeface="Times New Roman"/>
              </a:rPr>
              <a:t>e</a:t>
            </a:r>
            <a:r>
              <a:rPr lang="en-US" spc="-5" dirty="0">
                <a:latin typeface="Times New Roman"/>
                <a:cs typeface="Times New Roman"/>
              </a:rPr>
              <a:t>c</a:t>
            </a:r>
            <a:r>
              <a:rPr lang="en-US" dirty="0">
                <a:latin typeface="Times New Roman"/>
                <a:cs typeface="Times New Roman"/>
              </a:rPr>
              <a:t>uted if n=lab</a:t>
            </a:r>
            <a:r>
              <a:rPr lang="en-US" spc="-10" dirty="0">
                <a:latin typeface="Times New Roman"/>
                <a:cs typeface="Times New Roman"/>
              </a:rPr>
              <a:t>e</a:t>
            </a:r>
            <a:r>
              <a:rPr lang="en-US" dirty="0">
                <a:latin typeface="Times New Roman"/>
                <a:cs typeface="Times New Roman"/>
              </a:rPr>
              <a:t>l1;</a:t>
            </a:r>
          </a:p>
          <a:p>
            <a:pPr marL="546100" marR="5105400" lvl="1" indent="76200"/>
            <a:r>
              <a:rPr lang="en-US" dirty="0">
                <a:latin typeface="Times New Roman"/>
                <a:cs typeface="Times New Roman"/>
              </a:rPr>
              <a:t>br</a:t>
            </a:r>
            <a:r>
              <a:rPr lang="en-US" spc="-10" dirty="0">
                <a:latin typeface="Times New Roman"/>
                <a:cs typeface="Times New Roman"/>
              </a:rPr>
              <a:t>e</a:t>
            </a:r>
            <a:r>
              <a:rPr lang="en-US" spc="-5" dirty="0">
                <a:latin typeface="Times New Roman"/>
                <a:cs typeface="Times New Roman"/>
              </a:rPr>
              <a:t>a</a:t>
            </a:r>
            <a:r>
              <a:rPr lang="en-US" dirty="0">
                <a:latin typeface="Times New Roman"/>
                <a:cs typeface="Times New Roman"/>
              </a:rPr>
              <a:t>k; </a:t>
            </a:r>
            <a:r>
              <a:rPr lang="en-US" spc="-5" dirty="0">
                <a:latin typeface="Times New Roman"/>
                <a:cs typeface="Times New Roman"/>
              </a:rPr>
              <a:t>ca</a:t>
            </a:r>
            <a:r>
              <a:rPr lang="en-US" dirty="0">
                <a:latin typeface="Times New Roman"/>
                <a:cs typeface="Times New Roman"/>
              </a:rPr>
              <a:t>se</a:t>
            </a:r>
            <a:r>
              <a:rPr lang="en-US" spc="-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label2:</a:t>
            </a:r>
          </a:p>
          <a:p>
            <a:pPr marL="622300" lvl="1">
              <a:spcBef>
                <a:spcPts val="45"/>
              </a:spcBef>
            </a:pPr>
            <a:r>
              <a:rPr lang="en-US" spc="-5" dirty="0">
                <a:latin typeface="Times New Roman"/>
                <a:cs typeface="Times New Roman"/>
              </a:rPr>
              <a:t>c</a:t>
            </a:r>
            <a:r>
              <a:rPr lang="en-US" dirty="0">
                <a:latin typeface="Times New Roman"/>
                <a:cs typeface="Times New Roman"/>
              </a:rPr>
              <a:t>ode</a:t>
            </a:r>
            <a:r>
              <a:rPr lang="en-US" spc="-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to be e</a:t>
            </a:r>
            <a:r>
              <a:rPr lang="en-US" spc="-5" dirty="0">
                <a:latin typeface="Times New Roman"/>
                <a:cs typeface="Times New Roman"/>
              </a:rPr>
              <a:t>x</a:t>
            </a:r>
            <a:r>
              <a:rPr lang="en-US" spc="5" dirty="0">
                <a:latin typeface="Times New Roman"/>
                <a:cs typeface="Times New Roman"/>
              </a:rPr>
              <a:t>e</a:t>
            </a:r>
            <a:r>
              <a:rPr lang="en-US" spc="-5" dirty="0">
                <a:latin typeface="Times New Roman"/>
                <a:cs typeface="Times New Roman"/>
              </a:rPr>
              <a:t>c</a:t>
            </a:r>
            <a:r>
              <a:rPr lang="en-US" dirty="0">
                <a:latin typeface="Times New Roman"/>
                <a:cs typeface="Times New Roman"/>
              </a:rPr>
              <a:t>uted if n=lab</a:t>
            </a:r>
            <a:r>
              <a:rPr lang="en-US" spc="-10" dirty="0">
                <a:latin typeface="Times New Roman"/>
                <a:cs typeface="Times New Roman"/>
              </a:rPr>
              <a:t>e</a:t>
            </a:r>
            <a:r>
              <a:rPr lang="en-US" dirty="0">
                <a:latin typeface="Times New Roman"/>
                <a:cs typeface="Times New Roman"/>
              </a:rPr>
              <a:t>l2;</a:t>
            </a:r>
          </a:p>
          <a:p>
            <a:pPr marL="546100" marR="5105400" lvl="1" indent="76200"/>
            <a:r>
              <a:rPr lang="en-US" dirty="0">
                <a:latin typeface="Times New Roman"/>
                <a:cs typeface="Times New Roman"/>
              </a:rPr>
              <a:t>br</a:t>
            </a:r>
            <a:r>
              <a:rPr lang="en-US" spc="-10" dirty="0">
                <a:latin typeface="Times New Roman"/>
                <a:cs typeface="Times New Roman"/>
              </a:rPr>
              <a:t>e</a:t>
            </a:r>
            <a:r>
              <a:rPr lang="en-US" spc="-5" dirty="0">
                <a:latin typeface="Times New Roman"/>
                <a:cs typeface="Times New Roman"/>
              </a:rPr>
              <a:t>a</a:t>
            </a:r>
            <a:r>
              <a:rPr lang="en-US" dirty="0">
                <a:latin typeface="Times New Roman"/>
                <a:cs typeface="Times New Roman"/>
              </a:rPr>
              <a:t>k; </a:t>
            </a:r>
            <a:r>
              <a:rPr lang="en-US" spc="-5" dirty="0">
                <a:latin typeface="Times New Roman"/>
                <a:cs typeface="Times New Roman"/>
              </a:rPr>
              <a:t>ca</a:t>
            </a:r>
            <a:r>
              <a:rPr lang="en-US" dirty="0">
                <a:latin typeface="Times New Roman"/>
                <a:cs typeface="Times New Roman"/>
              </a:rPr>
              <a:t>se</a:t>
            </a:r>
            <a:r>
              <a:rPr lang="en-US" spc="-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label3:</a:t>
            </a:r>
          </a:p>
          <a:p>
            <a:pPr marL="622300" lvl="1">
              <a:spcBef>
                <a:spcPts val="45"/>
              </a:spcBef>
            </a:pPr>
            <a:r>
              <a:rPr lang="en-US" spc="-5" dirty="0">
                <a:latin typeface="Times New Roman"/>
                <a:cs typeface="Times New Roman"/>
              </a:rPr>
              <a:t>c</a:t>
            </a:r>
            <a:r>
              <a:rPr lang="en-US" dirty="0">
                <a:latin typeface="Times New Roman"/>
                <a:cs typeface="Times New Roman"/>
              </a:rPr>
              <a:t>ode</a:t>
            </a:r>
            <a:r>
              <a:rPr lang="en-US" spc="-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to be e</a:t>
            </a:r>
            <a:r>
              <a:rPr lang="en-US" spc="-5" dirty="0">
                <a:latin typeface="Times New Roman"/>
                <a:cs typeface="Times New Roman"/>
              </a:rPr>
              <a:t>x</a:t>
            </a:r>
            <a:r>
              <a:rPr lang="en-US" spc="5" dirty="0">
                <a:latin typeface="Times New Roman"/>
                <a:cs typeface="Times New Roman"/>
              </a:rPr>
              <a:t>e</a:t>
            </a:r>
            <a:r>
              <a:rPr lang="en-US" spc="-5" dirty="0">
                <a:latin typeface="Times New Roman"/>
                <a:cs typeface="Times New Roman"/>
              </a:rPr>
              <a:t>c</a:t>
            </a:r>
            <a:r>
              <a:rPr lang="en-US" dirty="0">
                <a:latin typeface="Times New Roman"/>
                <a:cs typeface="Times New Roman"/>
              </a:rPr>
              <a:t>uted if n=lab</a:t>
            </a:r>
            <a:r>
              <a:rPr lang="en-US" spc="-10" dirty="0">
                <a:latin typeface="Times New Roman"/>
                <a:cs typeface="Times New Roman"/>
              </a:rPr>
              <a:t>e</a:t>
            </a:r>
            <a:r>
              <a:rPr lang="en-US" dirty="0">
                <a:latin typeface="Times New Roman"/>
                <a:cs typeface="Times New Roman"/>
              </a:rPr>
              <a:t>l3;</a:t>
            </a:r>
          </a:p>
          <a:p>
            <a:pPr marL="622300" lvl="1">
              <a:spcBef>
                <a:spcPts val="60"/>
              </a:spcBef>
            </a:pPr>
            <a:r>
              <a:rPr lang="en-US" dirty="0">
                <a:latin typeface="Times New Roman"/>
                <a:cs typeface="Times New Roman"/>
              </a:rPr>
              <a:t>br</a:t>
            </a:r>
            <a:r>
              <a:rPr lang="en-US" spc="-10" dirty="0">
                <a:latin typeface="Times New Roman"/>
                <a:cs typeface="Times New Roman"/>
              </a:rPr>
              <a:t>e</a:t>
            </a:r>
            <a:r>
              <a:rPr lang="en-US" spc="-5" dirty="0">
                <a:latin typeface="Times New Roman"/>
                <a:cs typeface="Times New Roman"/>
              </a:rPr>
              <a:t>a</a:t>
            </a:r>
            <a:r>
              <a:rPr lang="en-US" dirty="0">
                <a:latin typeface="Times New Roman"/>
                <a:cs typeface="Times New Roman"/>
              </a:rPr>
              <a:t>k;</a:t>
            </a:r>
          </a:p>
          <a:p>
            <a:pPr marL="622300" lvl="1">
              <a:spcBef>
                <a:spcPts val="45"/>
              </a:spcBef>
            </a:pPr>
            <a:r>
              <a:rPr lang="en-US" dirty="0">
                <a:latin typeface="Times New Roman"/>
                <a:cs typeface="Times New Roman"/>
              </a:rPr>
              <a:t>...</a:t>
            </a:r>
          </a:p>
          <a:p>
            <a:pPr marR="5283200" lvl="1" algn="ctr">
              <a:spcBef>
                <a:spcPts val="50"/>
              </a:spcBef>
            </a:pPr>
            <a:r>
              <a:rPr lang="en-US" dirty="0">
                <a:latin typeface="Times New Roman"/>
                <a:cs typeface="Times New Roman"/>
              </a:rPr>
              <a:t>d</a:t>
            </a:r>
            <a:r>
              <a:rPr lang="en-US" spc="-5" dirty="0">
                <a:latin typeface="Times New Roman"/>
                <a:cs typeface="Times New Roman"/>
              </a:rPr>
              <a:t>e</a:t>
            </a:r>
            <a:r>
              <a:rPr lang="en-US" dirty="0">
                <a:latin typeface="Times New Roman"/>
                <a:cs typeface="Times New Roman"/>
              </a:rPr>
              <a:t>f</a:t>
            </a:r>
            <a:r>
              <a:rPr lang="en-US" spc="-10" dirty="0">
                <a:latin typeface="Times New Roman"/>
                <a:cs typeface="Times New Roman"/>
              </a:rPr>
              <a:t>a</a:t>
            </a:r>
            <a:r>
              <a:rPr lang="en-US" dirty="0">
                <a:latin typeface="Times New Roman"/>
                <a:cs typeface="Times New Roman"/>
              </a:rPr>
              <a:t>ult:</a:t>
            </a:r>
          </a:p>
          <a:p>
            <a:pPr marL="622300" lvl="1">
              <a:spcBef>
                <a:spcPts val="45"/>
              </a:spcBef>
            </a:pPr>
            <a:r>
              <a:rPr lang="en-US" spc="-5" dirty="0">
                <a:latin typeface="Times New Roman"/>
                <a:cs typeface="Times New Roman"/>
              </a:rPr>
              <a:t>c</a:t>
            </a:r>
            <a:r>
              <a:rPr lang="en-US" dirty="0">
                <a:latin typeface="Times New Roman"/>
                <a:cs typeface="Times New Roman"/>
              </a:rPr>
              <a:t>ode</a:t>
            </a:r>
            <a:r>
              <a:rPr lang="en-US" spc="-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to be e</a:t>
            </a:r>
            <a:r>
              <a:rPr lang="en-US" spc="-5" dirty="0">
                <a:latin typeface="Times New Roman"/>
                <a:cs typeface="Times New Roman"/>
              </a:rPr>
              <a:t>x</a:t>
            </a:r>
            <a:r>
              <a:rPr lang="en-US" spc="5" dirty="0">
                <a:latin typeface="Times New Roman"/>
                <a:cs typeface="Times New Roman"/>
              </a:rPr>
              <a:t>e</a:t>
            </a:r>
            <a:r>
              <a:rPr lang="en-US" spc="-5" dirty="0">
                <a:latin typeface="Times New Roman"/>
                <a:cs typeface="Times New Roman"/>
              </a:rPr>
              <a:t>c</a:t>
            </a:r>
            <a:r>
              <a:rPr lang="en-US" dirty="0">
                <a:latin typeface="Times New Roman"/>
                <a:cs typeface="Times New Roman"/>
              </a:rPr>
              <a:t>uted if n is diff</a:t>
            </a:r>
            <a:r>
              <a:rPr lang="en-US" spc="-5" dirty="0">
                <a:latin typeface="Times New Roman"/>
                <a:cs typeface="Times New Roman"/>
              </a:rPr>
              <a:t>e</a:t>
            </a:r>
            <a:r>
              <a:rPr lang="en-US" dirty="0">
                <a:latin typeface="Times New Roman"/>
                <a:cs typeface="Times New Roman"/>
              </a:rPr>
              <a:t>r</a:t>
            </a:r>
            <a:r>
              <a:rPr lang="en-US" spc="-5" dirty="0">
                <a:latin typeface="Times New Roman"/>
                <a:cs typeface="Times New Roman"/>
              </a:rPr>
              <a:t>e</a:t>
            </a:r>
            <a:r>
              <a:rPr lang="en-US" dirty="0">
                <a:latin typeface="Times New Roman"/>
                <a:cs typeface="Times New Roman"/>
              </a:rPr>
              <a:t>nt from all la</a:t>
            </a:r>
            <a:r>
              <a:rPr lang="en-US" spc="-10" dirty="0">
                <a:latin typeface="Times New Roman"/>
                <a:cs typeface="Times New Roman"/>
              </a:rPr>
              <a:t>b</a:t>
            </a:r>
            <a:r>
              <a:rPr lang="en-US" spc="-5" dirty="0">
                <a:latin typeface="Times New Roman"/>
                <a:cs typeface="Times New Roman"/>
              </a:rPr>
              <a:t>e</a:t>
            </a:r>
            <a:r>
              <a:rPr lang="en-US" dirty="0">
                <a:latin typeface="Times New Roman"/>
                <a:cs typeface="Times New Roman"/>
              </a:rPr>
              <a:t>ls;</a:t>
            </a:r>
          </a:p>
          <a:p>
            <a:pPr marL="469900" lvl="1">
              <a:spcBef>
                <a:spcPts val="35"/>
              </a:spcBef>
            </a:pPr>
            <a:r>
              <a:rPr lang="en-US" dirty="0">
                <a:latin typeface="Times New Roman"/>
                <a:cs typeface="Times New Roman"/>
              </a:rPr>
              <a:t>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919" y="756284"/>
            <a:ext cx="2947482" cy="4601183"/>
          </a:xfrm>
        </p:spPr>
        <p:txBody>
          <a:bodyPr/>
          <a:lstStyle/>
          <a:p>
            <a:pPr algn="ctr"/>
            <a:r>
              <a:rPr lang="en-US" b="1" dirty="0"/>
              <a:t>Conditional</a:t>
            </a:r>
            <a:br>
              <a:rPr lang="en-US" b="1" dirty="0"/>
            </a:br>
            <a:r>
              <a:rPr lang="en-US" b="1" dirty="0"/>
              <a:t>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27182" y="995558"/>
            <a:ext cx="7137400" cy="4857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/>
            <a:r>
              <a:rPr lang="en-US" sz="2000" b="1" spc="-5" dirty="0">
                <a:latin typeface="Times New Roman"/>
                <a:cs typeface="Times New Roman"/>
              </a:rPr>
              <a:t>Example:</a:t>
            </a:r>
          </a:p>
          <a:p>
            <a:pPr marL="12700"/>
            <a:endParaRPr lang="en-US" spc="-5" dirty="0">
              <a:latin typeface="Times New Roman"/>
              <a:cs typeface="Times New Roman"/>
            </a:endParaRPr>
          </a:p>
          <a:p>
            <a:pPr marL="469900" lvl="1"/>
            <a:r>
              <a:rPr lang="en-US" spc="-5" dirty="0">
                <a:latin typeface="Times New Roman"/>
                <a:cs typeface="Times New Roman"/>
              </a:rPr>
              <a:t>&lt;</a:t>
            </a:r>
            <a:r>
              <a:rPr lang="en-US" spc="15" dirty="0">
                <a:latin typeface="Times New Roman"/>
                <a:cs typeface="Times New Roman"/>
              </a:rPr>
              <a:t>?</a:t>
            </a:r>
            <a:r>
              <a:rPr lang="en-US" dirty="0" err="1">
                <a:latin typeface="Times New Roman"/>
                <a:cs typeface="Times New Roman"/>
              </a:rPr>
              <a:t>php</a:t>
            </a:r>
            <a:endParaRPr lang="en-US" dirty="0">
              <a:latin typeface="Times New Roman"/>
              <a:cs typeface="Times New Roman"/>
            </a:endParaRPr>
          </a:p>
          <a:p>
            <a:pPr marL="469900" lvl="1"/>
            <a:r>
              <a:rPr lang="en-US" dirty="0">
                <a:latin typeface="Times New Roman"/>
                <a:cs typeface="Times New Roman"/>
              </a:rPr>
              <a:t>$</a:t>
            </a:r>
            <a:r>
              <a:rPr lang="en-US" dirty="0" err="1">
                <a:latin typeface="Times New Roman"/>
                <a:cs typeface="Times New Roman"/>
              </a:rPr>
              <a:t>f</a:t>
            </a:r>
            <a:r>
              <a:rPr lang="en-US" spc="-10" dirty="0" err="1">
                <a:latin typeface="Times New Roman"/>
                <a:cs typeface="Times New Roman"/>
              </a:rPr>
              <a:t>a</a:t>
            </a:r>
            <a:r>
              <a:rPr lang="en-US" dirty="0" err="1">
                <a:latin typeface="Times New Roman"/>
                <a:cs typeface="Times New Roman"/>
              </a:rPr>
              <a:t>v</a:t>
            </a:r>
            <a:r>
              <a:rPr lang="en-US" spc="-5" dirty="0" err="1">
                <a:latin typeface="Times New Roman"/>
                <a:cs typeface="Times New Roman"/>
              </a:rPr>
              <a:t>c</a:t>
            </a:r>
            <a:r>
              <a:rPr lang="en-US" dirty="0" err="1">
                <a:latin typeface="Times New Roman"/>
                <a:cs typeface="Times New Roman"/>
              </a:rPr>
              <a:t>olor</a:t>
            </a:r>
            <a:r>
              <a:rPr lang="en-US" spc="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=</a:t>
            </a:r>
            <a:r>
              <a:rPr lang="en-US" spc="-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"r</a:t>
            </a:r>
            <a:r>
              <a:rPr lang="en-US" spc="-10" dirty="0">
                <a:latin typeface="Times New Roman"/>
                <a:cs typeface="Times New Roman"/>
              </a:rPr>
              <a:t>e</a:t>
            </a:r>
            <a:r>
              <a:rPr lang="en-US" spc="10" dirty="0">
                <a:latin typeface="Times New Roman"/>
                <a:cs typeface="Times New Roman"/>
              </a:rPr>
              <a:t>d</a:t>
            </a:r>
            <a:r>
              <a:rPr lang="en-US" spc="-10" dirty="0">
                <a:latin typeface="Times New Roman"/>
                <a:cs typeface="Times New Roman"/>
              </a:rPr>
              <a:t>"</a:t>
            </a:r>
            <a:r>
              <a:rPr lang="en-US" dirty="0">
                <a:latin typeface="Times New Roman"/>
                <a:cs typeface="Times New Roman"/>
              </a:rPr>
              <a:t>;</a:t>
            </a:r>
          </a:p>
          <a:p>
            <a:pPr marL="546100" marR="2473960" lvl="1" indent="-76200"/>
            <a:r>
              <a:rPr lang="en-US" dirty="0">
                <a:latin typeface="Times New Roman"/>
                <a:cs typeface="Times New Roman"/>
              </a:rPr>
              <a:t>switch</a:t>
            </a:r>
            <a:r>
              <a:rPr lang="en-US" spc="-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($</a:t>
            </a:r>
            <a:r>
              <a:rPr lang="en-US" spc="-10" dirty="0" err="1">
                <a:latin typeface="Times New Roman"/>
                <a:cs typeface="Times New Roman"/>
              </a:rPr>
              <a:t>f</a:t>
            </a:r>
            <a:r>
              <a:rPr lang="en-US" spc="-5" dirty="0" err="1">
                <a:latin typeface="Times New Roman"/>
                <a:cs typeface="Times New Roman"/>
              </a:rPr>
              <a:t>a</a:t>
            </a:r>
            <a:r>
              <a:rPr lang="en-US" dirty="0" err="1">
                <a:latin typeface="Times New Roman"/>
                <a:cs typeface="Times New Roman"/>
              </a:rPr>
              <a:t>v</a:t>
            </a:r>
            <a:r>
              <a:rPr lang="en-US" spc="5" dirty="0" err="1">
                <a:latin typeface="Times New Roman"/>
                <a:cs typeface="Times New Roman"/>
              </a:rPr>
              <a:t>c</a:t>
            </a:r>
            <a:r>
              <a:rPr lang="en-US" dirty="0" err="1">
                <a:latin typeface="Times New Roman"/>
                <a:cs typeface="Times New Roman"/>
              </a:rPr>
              <a:t>olor</a:t>
            </a:r>
            <a:r>
              <a:rPr lang="en-US" dirty="0">
                <a:latin typeface="Times New Roman"/>
                <a:cs typeface="Times New Roman"/>
              </a:rPr>
              <a:t>)</a:t>
            </a:r>
          </a:p>
          <a:p>
            <a:pPr marL="546100" marR="2473960" lvl="1" indent="-76200"/>
            <a:r>
              <a:rPr lang="en-US" spc="-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{</a:t>
            </a:r>
          </a:p>
          <a:p>
            <a:pPr marL="546100" marR="2473960" lvl="1" indent="-76200"/>
            <a:r>
              <a:rPr lang="en-US" dirty="0">
                <a:latin typeface="Times New Roman"/>
                <a:cs typeface="Times New Roman"/>
              </a:rPr>
              <a:t>   </a:t>
            </a:r>
            <a:r>
              <a:rPr lang="en-US" spc="-5" dirty="0">
                <a:latin typeface="Times New Roman"/>
                <a:cs typeface="Times New Roman"/>
              </a:rPr>
              <a:t>ca</a:t>
            </a:r>
            <a:r>
              <a:rPr lang="en-US" dirty="0">
                <a:latin typeface="Times New Roman"/>
                <a:cs typeface="Times New Roman"/>
              </a:rPr>
              <a:t>se</a:t>
            </a:r>
            <a:r>
              <a:rPr lang="en-US" spc="5" dirty="0">
                <a:latin typeface="Times New Roman"/>
                <a:cs typeface="Times New Roman"/>
              </a:rPr>
              <a:t> </a:t>
            </a:r>
            <a:r>
              <a:rPr lang="en-US" spc="-10" dirty="0">
                <a:latin typeface="Times New Roman"/>
                <a:cs typeface="Times New Roman"/>
              </a:rPr>
              <a:t>"</a:t>
            </a:r>
            <a:r>
              <a:rPr lang="en-US" spc="5" dirty="0">
                <a:latin typeface="Times New Roman"/>
                <a:cs typeface="Times New Roman"/>
              </a:rPr>
              <a:t>r</a:t>
            </a:r>
            <a:r>
              <a:rPr lang="en-US" spc="-5" dirty="0">
                <a:latin typeface="Times New Roman"/>
                <a:cs typeface="Times New Roman"/>
              </a:rPr>
              <a:t>e</a:t>
            </a:r>
            <a:r>
              <a:rPr lang="en-US" dirty="0">
                <a:latin typeface="Times New Roman"/>
                <a:cs typeface="Times New Roman"/>
              </a:rPr>
              <a:t>d</a:t>
            </a:r>
            <a:r>
              <a:rPr lang="en-US" spc="-10" dirty="0">
                <a:latin typeface="Times New Roman"/>
                <a:cs typeface="Times New Roman"/>
              </a:rPr>
              <a:t>"</a:t>
            </a:r>
            <a:r>
              <a:rPr lang="en-US" dirty="0">
                <a:latin typeface="Times New Roman"/>
                <a:cs typeface="Times New Roman"/>
              </a:rPr>
              <a:t>:</a:t>
            </a:r>
          </a:p>
          <a:p>
            <a:pPr marL="622300" marR="1460500" lvl="1"/>
            <a:r>
              <a:rPr lang="en-US" spc="-5" dirty="0">
                <a:latin typeface="Times New Roman"/>
                <a:cs typeface="Times New Roman"/>
              </a:rPr>
              <a:t>ec</a:t>
            </a:r>
            <a:r>
              <a:rPr lang="en-US" dirty="0">
                <a:latin typeface="Times New Roman"/>
                <a:cs typeface="Times New Roman"/>
              </a:rPr>
              <a:t>ho</a:t>
            </a:r>
            <a:r>
              <a:rPr lang="en-US" spc="10" dirty="0">
                <a:latin typeface="Times New Roman"/>
                <a:cs typeface="Times New Roman"/>
              </a:rPr>
              <a:t> </a:t>
            </a:r>
            <a:r>
              <a:rPr lang="en-US" spc="-10" dirty="0">
                <a:latin typeface="Times New Roman"/>
                <a:cs typeface="Times New Roman"/>
              </a:rPr>
              <a:t>"</a:t>
            </a:r>
            <a:r>
              <a:rPr lang="en-US" dirty="0">
                <a:latin typeface="Times New Roman"/>
                <a:cs typeface="Times New Roman"/>
              </a:rPr>
              <a:t>Your</a:t>
            </a:r>
            <a:r>
              <a:rPr lang="en-US" spc="-10" dirty="0">
                <a:latin typeface="Times New Roman"/>
                <a:cs typeface="Times New Roman"/>
              </a:rPr>
              <a:t> </a:t>
            </a:r>
            <a:r>
              <a:rPr lang="en-US" spc="5" dirty="0">
                <a:latin typeface="Times New Roman"/>
                <a:cs typeface="Times New Roman"/>
              </a:rPr>
              <a:t>f</a:t>
            </a:r>
            <a:r>
              <a:rPr lang="en-US" spc="-5" dirty="0">
                <a:latin typeface="Times New Roman"/>
                <a:cs typeface="Times New Roman"/>
              </a:rPr>
              <a:t>a</a:t>
            </a:r>
            <a:r>
              <a:rPr lang="en-US" dirty="0">
                <a:latin typeface="Times New Roman"/>
                <a:cs typeface="Times New Roman"/>
              </a:rPr>
              <a:t>vorite</a:t>
            </a:r>
            <a:r>
              <a:rPr lang="en-US" spc="5" dirty="0">
                <a:latin typeface="Times New Roman"/>
                <a:cs typeface="Times New Roman"/>
              </a:rPr>
              <a:t> </a:t>
            </a:r>
            <a:r>
              <a:rPr lang="en-US" spc="-5" dirty="0">
                <a:latin typeface="Times New Roman"/>
                <a:cs typeface="Times New Roman"/>
              </a:rPr>
              <a:t>c</a:t>
            </a:r>
            <a:r>
              <a:rPr lang="en-US" spc="10" dirty="0">
                <a:latin typeface="Times New Roman"/>
                <a:cs typeface="Times New Roman"/>
              </a:rPr>
              <a:t>o</a:t>
            </a:r>
            <a:r>
              <a:rPr lang="en-US" dirty="0">
                <a:latin typeface="Times New Roman"/>
                <a:cs typeface="Times New Roman"/>
              </a:rPr>
              <a:t>lor is r</a:t>
            </a:r>
            <a:r>
              <a:rPr lang="en-US" spc="-10" dirty="0">
                <a:latin typeface="Times New Roman"/>
                <a:cs typeface="Times New Roman"/>
              </a:rPr>
              <a:t>e</a:t>
            </a:r>
            <a:r>
              <a:rPr lang="en-US" dirty="0">
                <a:latin typeface="Times New Roman"/>
                <a:cs typeface="Times New Roman"/>
              </a:rPr>
              <a:t>d</a:t>
            </a:r>
            <a:r>
              <a:rPr lang="en-US" spc="5" dirty="0">
                <a:latin typeface="Times New Roman"/>
                <a:cs typeface="Times New Roman"/>
              </a:rPr>
              <a:t>!</a:t>
            </a:r>
            <a:r>
              <a:rPr lang="en-US" spc="-5" dirty="0">
                <a:latin typeface="Times New Roman"/>
                <a:cs typeface="Times New Roman"/>
              </a:rPr>
              <a:t>"</a:t>
            </a:r>
            <a:r>
              <a:rPr lang="en-US" dirty="0">
                <a:latin typeface="Times New Roman"/>
                <a:cs typeface="Times New Roman"/>
              </a:rPr>
              <a:t>; br</a:t>
            </a:r>
            <a:r>
              <a:rPr lang="en-US" spc="-10" dirty="0">
                <a:latin typeface="Times New Roman"/>
                <a:cs typeface="Times New Roman"/>
              </a:rPr>
              <a:t>e</a:t>
            </a:r>
            <a:r>
              <a:rPr lang="en-US" spc="-5" dirty="0">
                <a:latin typeface="Times New Roman"/>
                <a:cs typeface="Times New Roman"/>
              </a:rPr>
              <a:t>ak</a:t>
            </a:r>
            <a:r>
              <a:rPr lang="en-US" dirty="0">
                <a:latin typeface="Times New Roman"/>
                <a:cs typeface="Times New Roman"/>
              </a:rPr>
              <a:t>;</a:t>
            </a:r>
          </a:p>
          <a:p>
            <a:pPr marL="546100" lvl="1"/>
            <a:r>
              <a:rPr lang="en-US" spc="-5" dirty="0">
                <a:latin typeface="Times New Roman"/>
                <a:cs typeface="Times New Roman"/>
              </a:rPr>
              <a:t> ca</a:t>
            </a:r>
            <a:r>
              <a:rPr lang="en-US" dirty="0">
                <a:latin typeface="Times New Roman"/>
                <a:cs typeface="Times New Roman"/>
              </a:rPr>
              <a:t>se</a:t>
            </a:r>
            <a:r>
              <a:rPr lang="en-US" spc="5" dirty="0">
                <a:latin typeface="Times New Roman"/>
                <a:cs typeface="Times New Roman"/>
              </a:rPr>
              <a:t> </a:t>
            </a:r>
            <a:r>
              <a:rPr lang="en-US" spc="-10" dirty="0">
                <a:latin typeface="Times New Roman"/>
                <a:cs typeface="Times New Roman"/>
              </a:rPr>
              <a:t>"</a:t>
            </a:r>
            <a:r>
              <a:rPr lang="en-US" dirty="0">
                <a:latin typeface="Times New Roman"/>
                <a:cs typeface="Times New Roman"/>
              </a:rPr>
              <a:t>blu</a:t>
            </a:r>
            <a:r>
              <a:rPr lang="en-US" spc="5" dirty="0">
                <a:latin typeface="Times New Roman"/>
                <a:cs typeface="Times New Roman"/>
              </a:rPr>
              <a:t>e</a:t>
            </a:r>
            <a:r>
              <a:rPr lang="en-US" spc="-10" dirty="0">
                <a:latin typeface="Times New Roman"/>
                <a:cs typeface="Times New Roman"/>
              </a:rPr>
              <a:t>"</a:t>
            </a:r>
            <a:r>
              <a:rPr lang="en-US" dirty="0">
                <a:latin typeface="Times New Roman"/>
                <a:cs typeface="Times New Roman"/>
              </a:rPr>
              <a:t>:</a:t>
            </a:r>
          </a:p>
          <a:p>
            <a:pPr marL="622300" marR="1393190" lvl="1">
              <a:spcBef>
                <a:spcPts val="65"/>
              </a:spcBef>
            </a:pPr>
            <a:r>
              <a:rPr lang="en-US" spc="-5" dirty="0">
                <a:latin typeface="Times New Roman"/>
                <a:cs typeface="Times New Roman"/>
              </a:rPr>
              <a:t>ec</a:t>
            </a:r>
            <a:r>
              <a:rPr lang="en-US" dirty="0">
                <a:latin typeface="Times New Roman"/>
                <a:cs typeface="Times New Roman"/>
              </a:rPr>
              <a:t>ho</a:t>
            </a:r>
            <a:r>
              <a:rPr lang="en-US" spc="10" dirty="0">
                <a:latin typeface="Times New Roman"/>
                <a:cs typeface="Times New Roman"/>
              </a:rPr>
              <a:t> </a:t>
            </a:r>
            <a:r>
              <a:rPr lang="en-US" spc="-10" dirty="0">
                <a:latin typeface="Times New Roman"/>
                <a:cs typeface="Times New Roman"/>
              </a:rPr>
              <a:t>"</a:t>
            </a:r>
            <a:r>
              <a:rPr lang="en-US" dirty="0">
                <a:latin typeface="Times New Roman"/>
                <a:cs typeface="Times New Roman"/>
              </a:rPr>
              <a:t>Your</a:t>
            </a:r>
            <a:r>
              <a:rPr lang="en-US" spc="-10" dirty="0">
                <a:latin typeface="Times New Roman"/>
                <a:cs typeface="Times New Roman"/>
              </a:rPr>
              <a:t> </a:t>
            </a:r>
            <a:r>
              <a:rPr lang="en-US" spc="5" dirty="0">
                <a:latin typeface="Times New Roman"/>
                <a:cs typeface="Times New Roman"/>
              </a:rPr>
              <a:t>f</a:t>
            </a:r>
            <a:r>
              <a:rPr lang="en-US" spc="-5" dirty="0">
                <a:latin typeface="Times New Roman"/>
                <a:cs typeface="Times New Roman"/>
              </a:rPr>
              <a:t>a</a:t>
            </a:r>
            <a:r>
              <a:rPr lang="en-US" dirty="0">
                <a:latin typeface="Times New Roman"/>
                <a:cs typeface="Times New Roman"/>
              </a:rPr>
              <a:t>vorite</a:t>
            </a:r>
            <a:r>
              <a:rPr lang="en-US" spc="5" dirty="0">
                <a:latin typeface="Times New Roman"/>
                <a:cs typeface="Times New Roman"/>
              </a:rPr>
              <a:t> </a:t>
            </a:r>
            <a:r>
              <a:rPr lang="en-US" spc="-5" dirty="0">
                <a:latin typeface="Times New Roman"/>
                <a:cs typeface="Times New Roman"/>
              </a:rPr>
              <a:t>c</a:t>
            </a:r>
            <a:r>
              <a:rPr lang="en-US" spc="10" dirty="0">
                <a:latin typeface="Times New Roman"/>
                <a:cs typeface="Times New Roman"/>
              </a:rPr>
              <a:t>o</a:t>
            </a:r>
            <a:r>
              <a:rPr lang="en-US" dirty="0">
                <a:latin typeface="Times New Roman"/>
                <a:cs typeface="Times New Roman"/>
              </a:rPr>
              <a:t>lor is blu</a:t>
            </a:r>
            <a:r>
              <a:rPr lang="en-US" spc="-5" dirty="0">
                <a:latin typeface="Times New Roman"/>
                <a:cs typeface="Times New Roman"/>
              </a:rPr>
              <a:t>e</a:t>
            </a:r>
            <a:r>
              <a:rPr lang="en-US" dirty="0">
                <a:latin typeface="Times New Roman"/>
                <a:cs typeface="Times New Roman"/>
              </a:rPr>
              <a:t>!</a:t>
            </a:r>
            <a:r>
              <a:rPr lang="en-US" spc="-10" dirty="0">
                <a:latin typeface="Times New Roman"/>
                <a:cs typeface="Times New Roman"/>
              </a:rPr>
              <a:t>"</a:t>
            </a:r>
            <a:r>
              <a:rPr lang="en-US" dirty="0">
                <a:latin typeface="Times New Roman"/>
                <a:cs typeface="Times New Roman"/>
              </a:rPr>
              <a:t>; br</a:t>
            </a:r>
            <a:r>
              <a:rPr lang="en-US" spc="-10" dirty="0">
                <a:latin typeface="Times New Roman"/>
                <a:cs typeface="Times New Roman"/>
              </a:rPr>
              <a:t>e</a:t>
            </a:r>
            <a:r>
              <a:rPr lang="en-US" spc="-5" dirty="0">
                <a:latin typeface="Times New Roman"/>
                <a:cs typeface="Times New Roman"/>
              </a:rPr>
              <a:t>ak</a:t>
            </a:r>
            <a:r>
              <a:rPr lang="en-US" dirty="0">
                <a:latin typeface="Times New Roman"/>
                <a:cs typeface="Times New Roman"/>
              </a:rPr>
              <a:t>;</a:t>
            </a:r>
          </a:p>
          <a:p>
            <a:pPr marL="546100" lvl="1"/>
            <a:r>
              <a:rPr lang="en-US" spc="-5" dirty="0">
                <a:latin typeface="Times New Roman"/>
                <a:cs typeface="Times New Roman"/>
              </a:rPr>
              <a:t>  ca</a:t>
            </a:r>
            <a:r>
              <a:rPr lang="en-US" dirty="0">
                <a:latin typeface="Times New Roman"/>
                <a:cs typeface="Times New Roman"/>
              </a:rPr>
              <a:t>se</a:t>
            </a:r>
            <a:r>
              <a:rPr lang="en-US" spc="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"</a:t>
            </a:r>
            <a:r>
              <a:rPr lang="en-US" spc="-10" dirty="0">
                <a:latin typeface="Times New Roman"/>
                <a:cs typeface="Times New Roman"/>
              </a:rPr>
              <a:t>g</a:t>
            </a:r>
            <a:r>
              <a:rPr lang="en-US" spc="5" dirty="0">
                <a:latin typeface="Times New Roman"/>
                <a:cs typeface="Times New Roman"/>
              </a:rPr>
              <a:t>r</a:t>
            </a:r>
            <a:r>
              <a:rPr lang="en-US" spc="-5" dirty="0">
                <a:latin typeface="Times New Roman"/>
                <a:cs typeface="Times New Roman"/>
              </a:rPr>
              <a:t>ee</a:t>
            </a:r>
            <a:r>
              <a:rPr lang="en-US" spc="10" dirty="0">
                <a:latin typeface="Times New Roman"/>
                <a:cs typeface="Times New Roman"/>
              </a:rPr>
              <a:t>n</a:t>
            </a:r>
            <a:r>
              <a:rPr lang="en-US" spc="-10" dirty="0">
                <a:latin typeface="Times New Roman"/>
                <a:cs typeface="Times New Roman"/>
              </a:rPr>
              <a:t>"</a:t>
            </a:r>
            <a:r>
              <a:rPr lang="en-US" dirty="0">
                <a:latin typeface="Times New Roman"/>
                <a:cs typeface="Times New Roman"/>
              </a:rPr>
              <a:t>:</a:t>
            </a:r>
          </a:p>
          <a:p>
            <a:pPr marL="622300" marR="1316990" lvl="1">
              <a:spcBef>
                <a:spcPts val="65"/>
              </a:spcBef>
            </a:pPr>
            <a:r>
              <a:rPr lang="en-US" spc="-5" dirty="0">
                <a:latin typeface="Times New Roman"/>
                <a:cs typeface="Times New Roman"/>
              </a:rPr>
              <a:t> ec</a:t>
            </a:r>
            <a:r>
              <a:rPr lang="en-US" dirty="0">
                <a:latin typeface="Times New Roman"/>
                <a:cs typeface="Times New Roman"/>
              </a:rPr>
              <a:t>ho</a:t>
            </a:r>
            <a:r>
              <a:rPr lang="en-US" spc="10" dirty="0">
                <a:latin typeface="Times New Roman"/>
                <a:cs typeface="Times New Roman"/>
              </a:rPr>
              <a:t> </a:t>
            </a:r>
            <a:r>
              <a:rPr lang="en-US" spc="-10" dirty="0">
                <a:latin typeface="Times New Roman"/>
                <a:cs typeface="Times New Roman"/>
              </a:rPr>
              <a:t>"</a:t>
            </a:r>
            <a:r>
              <a:rPr lang="en-US" dirty="0">
                <a:latin typeface="Times New Roman"/>
                <a:cs typeface="Times New Roman"/>
              </a:rPr>
              <a:t>Your</a:t>
            </a:r>
            <a:r>
              <a:rPr lang="en-US" spc="-10" dirty="0">
                <a:latin typeface="Times New Roman"/>
                <a:cs typeface="Times New Roman"/>
              </a:rPr>
              <a:t> </a:t>
            </a:r>
            <a:r>
              <a:rPr lang="en-US" spc="5" dirty="0">
                <a:latin typeface="Times New Roman"/>
                <a:cs typeface="Times New Roman"/>
              </a:rPr>
              <a:t>f</a:t>
            </a:r>
            <a:r>
              <a:rPr lang="en-US" spc="-5" dirty="0">
                <a:latin typeface="Times New Roman"/>
                <a:cs typeface="Times New Roman"/>
              </a:rPr>
              <a:t>a</a:t>
            </a:r>
            <a:r>
              <a:rPr lang="en-US" dirty="0">
                <a:latin typeface="Times New Roman"/>
                <a:cs typeface="Times New Roman"/>
              </a:rPr>
              <a:t>vorite</a:t>
            </a:r>
            <a:r>
              <a:rPr lang="en-US" spc="5" dirty="0">
                <a:latin typeface="Times New Roman"/>
                <a:cs typeface="Times New Roman"/>
              </a:rPr>
              <a:t> </a:t>
            </a:r>
            <a:r>
              <a:rPr lang="en-US" spc="-5" dirty="0">
                <a:latin typeface="Times New Roman"/>
                <a:cs typeface="Times New Roman"/>
              </a:rPr>
              <a:t>c</a:t>
            </a:r>
            <a:r>
              <a:rPr lang="en-US" spc="10" dirty="0">
                <a:latin typeface="Times New Roman"/>
                <a:cs typeface="Times New Roman"/>
              </a:rPr>
              <a:t>o</a:t>
            </a:r>
            <a:r>
              <a:rPr lang="en-US" dirty="0">
                <a:latin typeface="Times New Roman"/>
                <a:cs typeface="Times New Roman"/>
              </a:rPr>
              <a:t>lor is </a:t>
            </a:r>
            <a:r>
              <a:rPr lang="en-US" spc="-10" dirty="0">
                <a:latin typeface="Times New Roman"/>
                <a:cs typeface="Times New Roman"/>
              </a:rPr>
              <a:t>g</a:t>
            </a:r>
            <a:r>
              <a:rPr lang="en-US" dirty="0">
                <a:latin typeface="Times New Roman"/>
                <a:cs typeface="Times New Roman"/>
              </a:rPr>
              <a:t>re</a:t>
            </a:r>
            <a:r>
              <a:rPr lang="en-US" spc="-5" dirty="0">
                <a:latin typeface="Times New Roman"/>
                <a:cs typeface="Times New Roman"/>
              </a:rPr>
              <a:t>e</a:t>
            </a:r>
            <a:r>
              <a:rPr lang="en-US" dirty="0">
                <a:latin typeface="Times New Roman"/>
                <a:cs typeface="Times New Roman"/>
              </a:rPr>
              <a:t>n</a:t>
            </a:r>
            <a:r>
              <a:rPr lang="en-US" spc="5" dirty="0">
                <a:latin typeface="Times New Roman"/>
                <a:cs typeface="Times New Roman"/>
              </a:rPr>
              <a:t>!</a:t>
            </a:r>
            <a:r>
              <a:rPr lang="en-US" spc="-5" dirty="0">
                <a:latin typeface="Times New Roman"/>
                <a:cs typeface="Times New Roman"/>
              </a:rPr>
              <a:t>"</a:t>
            </a:r>
            <a:r>
              <a:rPr lang="en-US" dirty="0">
                <a:latin typeface="Times New Roman"/>
                <a:cs typeface="Times New Roman"/>
              </a:rPr>
              <a:t>; br</a:t>
            </a:r>
            <a:r>
              <a:rPr lang="en-US" spc="-10" dirty="0">
                <a:latin typeface="Times New Roman"/>
                <a:cs typeface="Times New Roman"/>
              </a:rPr>
              <a:t>e</a:t>
            </a:r>
            <a:r>
              <a:rPr lang="en-US" spc="-5" dirty="0">
                <a:latin typeface="Times New Roman"/>
                <a:cs typeface="Times New Roman"/>
              </a:rPr>
              <a:t>ak</a:t>
            </a:r>
            <a:r>
              <a:rPr lang="en-US" dirty="0">
                <a:latin typeface="Times New Roman"/>
                <a:cs typeface="Times New Roman"/>
              </a:rPr>
              <a:t>;</a:t>
            </a:r>
          </a:p>
          <a:p>
            <a:pPr marL="546100" lvl="1"/>
            <a:r>
              <a:rPr lang="en-US" dirty="0">
                <a:latin typeface="Times New Roman"/>
                <a:cs typeface="Times New Roman"/>
              </a:rPr>
              <a:t>  d</a:t>
            </a:r>
            <a:r>
              <a:rPr lang="en-US" spc="-5" dirty="0">
                <a:latin typeface="Times New Roman"/>
                <a:cs typeface="Times New Roman"/>
              </a:rPr>
              <a:t>e</a:t>
            </a:r>
            <a:r>
              <a:rPr lang="en-US" dirty="0">
                <a:latin typeface="Times New Roman"/>
                <a:cs typeface="Times New Roman"/>
              </a:rPr>
              <a:t>f</a:t>
            </a:r>
            <a:r>
              <a:rPr lang="en-US" spc="-10" dirty="0">
                <a:latin typeface="Times New Roman"/>
                <a:cs typeface="Times New Roman"/>
              </a:rPr>
              <a:t>a</a:t>
            </a:r>
            <a:r>
              <a:rPr lang="en-US" dirty="0">
                <a:latin typeface="Times New Roman"/>
                <a:cs typeface="Times New Roman"/>
              </a:rPr>
              <a:t>ult:</a:t>
            </a:r>
          </a:p>
          <a:p>
            <a:pPr marL="622300" lvl="1"/>
            <a:r>
              <a:rPr lang="en-US" spc="-5" dirty="0">
                <a:latin typeface="Times New Roman"/>
                <a:cs typeface="Times New Roman"/>
              </a:rPr>
              <a:t>ec</a:t>
            </a:r>
            <a:r>
              <a:rPr lang="en-US" dirty="0">
                <a:latin typeface="Times New Roman"/>
                <a:cs typeface="Times New Roman"/>
              </a:rPr>
              <a:t>ho</a:t>
            </a:r>
            <a:r>
              <a:rPr lang="en-US" spc="10" dirty="0">
                <a:latin typeface="Times New Roman"/>
                <a:cs typeface="Times New Roman"/>
              </a:rPr>
              <a:t> </a:t>
            </a:r>
            <a:r>
              <a:rPr lang="en-US" spc="-10" dirty="0">
                <a:latin typeface="Times New Roman"/>
                <a:cs typeface="Times New Roman"/>
              </a:rPr>
              <a:t>"</a:t>
            </a:r>
            <a:r>
              <a:rPr lang="en-US" dirty="0">
                <a:latin typeface="Times New Roman"/>
                <a:cs typeface="Times New Roman"/>
              </a:rPr>
              <a:t>Your</a:t>
            </a:r>
            <a:r>
              <a:rPr lang="en-US" spc="-10" dirty="0">
                <a:latin typeface="Times New Roman"/>
                <a:cs typeface="Times New Roman"/>
              </a:rPr>
              <a:t> </a:t>
            </a:r>
            <a:r>
              <a:rPr lang="en-US" spc="5" dirty="0">
                <a:latin typeface="Times New Roman"/>
                <a:cs typeface="Times New Roman"/>
              </a:rPr>
              <a:t>f</a:t>
            </a:r>
            <a:r>
              <a:rPr lang="en-US" spc="-5" dirty="0">
                <a:latin typeface="Times New Roman"/>
                <a:cs typeface="Times New Roman"/>
              </a:rPr>
              <a:t>a</a:t>
            </a:r>
            <a:r>
              <a:rPr lang="en-US" dirty="0">
                <a:latin typeface="Times New Roman"/>
                <a:cs typeface="Times New Roman"/>
              </a:rPr>
              <a:t>vorite</a:t>
            </a:r>
            <a:r>
              <a:rPr lang="en-US" spc="5" dirty="0">
                <a:latin typeface="Times New Roman"/>
                <a:cs typeface="Times New Roman"/>
              </a:rPr>
              <a:t> </a:t>
            </a:r>
            <a:r>
              <a:rPr lang="en-US" spc="-5" dirty="0">
                <a:latin typeface="Times New Roman"/>
                <a:cs typeface="Times New Roman"/>
              </a:rPr>
              <a:t>c</a:t>
            </a:r>
            <a:r>
              <a:rPr lang="en-US" spc="10" dirty="0">
                <a:latin typeface="Times New Roman"/>
                <a:cs typeface="Times New Roman"/>
              </a:rPr>
              <a:t>o</a:t>
            </a:r>
            <a:r>
              <a:rPr lang="en-US" dirty="0">
                <a:latin typeface="Times New Roman"/>
                <a:cs typeface="Times New Roman"/>
              </a:rPr>
              <a:t>lor is neither</a:t>
            </a:r>
            <a:r>
              <a:rPr lang="en-US" spc="-1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r</a:t>
            </a:r>
            <a:r>
              <a:rPr lang="en-US" spc="-10" dirty="0">
                <a:latin typeface="Times New Roman"/>
                <a:cs typeface="Times New Roman"/>
              </a:rPr>
              <a:t>e</a:t>
            </a:r>
            <a:r>
              <a:rPr lang="en-US" dirty="0">
                <a:latin typeface="Times New Roman"/>
                <a:cs typeface="Times New Roman"/>
              </a:rPr>
              <a:t>d, blue, </a:t>
            </a:r>
            <a:r>
              <a:rPr lang="en-US" spc="5" dirty="0">
                <a:latin typeface="Times New Roman"/>
                <a:cs typeface="Times New Roman"/>
              </a:rPr>
              <a:t>n</a:t>
            </a:r>
            <a:r>
              <a:rPr lang="en-US" dirty="0">
                <a:latin typeface="Times New Roman"/>
                <a:cs typeface="Times New Roman"/>
              </a:rPr>
              <a:t>or g</a:t>
            </a:r>
            <a:r>
              <a:rPr lang="en-US" spc="-10" dirty="0">
                <a:latin typeface="Times New Roman"/>
                <a:cs typeface="Times New Roman"/>
              </a:rPr>
              <a:t>r</a:t>
            </a:r>
            <a:r>
              <a:rPr lang="en-US" spc="-5" dirty="0">
                <a:latin typeface="Times New Roman"/>
                <a:cs typeface="Times New Roman"/>
              </a:rPr>
              <a:t>ee</a:t>
            </a:r>
            <a:r>
              <a:rPr lang="en-US" spc="10" dirty="0">
                <a:latin typeface="Times New Roman"/>
                <a:cs typeface="Times New Roman"/>
              </a:rPr>
              <a:t>n</a:t>
            </a:r>
            <a:r>
              <a:rPr lang="en-US" spc="5" dirty="0">
                <a:latin typeface="Times New Roman"/>
                <a:cs typeface="Times New Roman"/>
              </a:rPr>
              <a:t>!</a:t>
            </a:r>
            <a:r>
              <a:rPr lang="en-US" dirty="0">
                <a:latin typeface="Times New Roman"/>
                <a:cs typeface="Times New Roman"/>
              </a:rPr>
              <a:t>";</a:t>
            </a:r>
          </a:p>
          <a:p>
            <a:pPr marL="469900" lvl="1"/>
            <a:r>
              <a:rPr lang="en-US" dirty="0">
                <a:latin typeface="Times New Roman"/>
                <a:cs typeface="Times New Roman"/>
              </a:rPr>
              <a:t>}</a:t>
            </a:r>
            <a:endParaRPr lang="en-US" spc="15" dirty="0">
              <a:latin typeface="Times New Roman"/>
              <a:cs typeface="Times New Roman"/>
            </a:endParaRPr>
          </a:p>
          <a:p>
            <a:pPr marL="469900" lvl="1"/>
            <a:r>
              <a:rPr lang="en-US" spc="15" dirty="0">
                <a:latin typeface="Times New Roman"/>
                <a:cs typeface="Times New Roman"/>
              </a:rPr>
              <a:t>?&gt;</a:t>
            </a:r>
            <a:endParaRPr lang="en-US" dirty="0">
              <a:latin typeface="Times New Roman"/>
              <a:cs typeface="Times New Roman"/>
            </a:endParaRPr>
          </a:p>
          <a:p>
            <a:endParaRPr 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133041054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318</TotalTime>
  <Words>2176</Words>
  <Application>Microsoft Office PowerPoint</Application>
  <PresentationFormat>Widescreen</PresentationFormat>
  <Paragraphs>279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Courier New</vt:lpstr>
      <vt:lpstr>Symbol</vt:lpstr>
      <vt:lpstr>Times New Roman</vt:lpstr>
      <vt:lpstr>urw-din</vt:lpstr>
      <vt:lpstr>Wingdings</vt:lpstr>
      <vt:lpstr>Wingdings 2</vt:lpstr>
      <vt:lpstr>Frame</vt:lpstr>
      <vt:lpstr>Class Presentation</vt:lpstr>
      <vt:lpstr>Context</vt:lpstr>
      <vt:lpstr>What is PHP?</vt:lpstr>
      <vt:lpstr>Why is it Used?</vt:lpstr>
      <vt:lpstr>Why is it used?</vt:lpstr>
      <vt:lpstr>PHP basic syntax</vt:lpstr>
      <vt:lpstr>PHP opening and closing tags syntax</vt:lpstr>
      <vt:lpstr>What is a variable?</vt:lpstr>
      <vt:lpstr>PHP Syntax for declaring variable</vt:lpstr>
      <vt:lpstr>Rules</vt:lpstr>
      <vt:lpstr>Rules</vt:lpstr>
      <vt:lpstr>PHP Loops</vt:lpstr>
      <vt:lpstr>While loop</vt:lpstr>
      <vt:lpstr>Do-while loop</vt:lpstr>
      <vt:lpstr>for loop</vt:lpstr>
      <vt:lpstr>For-each loop</vt:lpstr>
      <vt:lpstr>Conditional statement</vt:lpstr>
      <vt:lpstr>Conditional  Statement</vt:lpstr>
      <vt:lpstr>Conditional  Statement </vt:lpstr>
      <vt:lpstr>Conditional Statement</vt:lpstr>
      <vt:lpstr>Conditional Statement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Presentation</dc:title>
  <dc:creator>Office</dc:creator>
  <cp:lastModifiedBy>Ashwin Thapa</cp:lastModifiedBy>
  <cp:revision>27</cp:revision>
  <dcterms:created xsi:type="dcterms:W3CDTF">2023-03-23T12:49:50Z</dcterms:created>
  <dcterms:modified xsi:type="dcterms:W3CDTF">2023-03-23T19:41:33Z</dcterms:modified>
</cp:coreProperties>
</file>